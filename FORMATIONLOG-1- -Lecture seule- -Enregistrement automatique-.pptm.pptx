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7021500" cx="12601575"/>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12">
          <p15:clr>
            <a:srgbClr val="A4A3A4"/>
          </p15:clr>
        </p15:guide>
        <p15:guide id="2" pos="3970">
          <p15:clr>
            <a:srgbClr val="A4A3A4"/>
          </p15:clr>
        </p15:guide>
      </p15:sldGuideLst>
    </p:ext>
    <p:ext uri="GoogleSlidesCustomDataVersion2">
      <go:slidesCustomData xmlns:go="http://customooxmlschemas.google.com/" r:id="rId66" roundtripDataSignature="AMtx7mjjh9hjuU88+Toq22o+vHBbNvce1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A7804AC-F895-483D-B695-59FD33E2FC94}">
  <a:tblStyle styleId="{7A7804AC-F895-483D-B695-59FD33E2FC9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12" orient="horz"/>
        <p:guide pos="397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customschemas.google.com/relationships/presentationmetadata" Target="meta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82" name="Google Shape;82;p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 name="Google Shape;93;p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9: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10: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11: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p12: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4: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fr-FR"/>
              <a:t>2 Ny tena idéal amin’ilay point faharoa io dia miantso mialoha mihitsy hianareo . Proposition omena an’zareo 4personnes no payé pendant 10 jours , de izy no manao ny organisation an’zareo.</a:t>
            </a:r>
            <a:endParaRPr/>
          </a:p>
        </p:txBody>
      </p:sp>
      <p:sp>
        <p:nvSpPr>
          <p:cNvPr id="195" name="Google Shape;195;p1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21: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22: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3: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24: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2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27: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28: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9: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p29: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0: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1: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31: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93" name="Google Shape;293;p31: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fr-F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2: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32: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Calibri"/>
              <a:buNone/>
            </a:pPr>
            <a:r>
              <a:rPr lang="fr-FR"/>
              <a:t>Frais de coordination chef Fokontany par rapport au nombre AE Ex: AE=1FKT </a:t>
            </a:r>
            <a:endParaRPr/>
          </a:p>
        </p:txBody>
      </p:sp>
      <p:sp>
        <p:nvSpPr>
          <p:cNvPr id="301" name="Google Shape;301;p32: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fr-F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3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4: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34: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316" name="Google Shape;316;p34: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fr-F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3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9: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40: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41: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2: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44: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4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9: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0: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50: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50: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1: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p51: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0" name="Google Shape;430;p51: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2: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52: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p52: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53: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54: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5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55: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p56: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57: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58:notes"/>
          <p:cNvSpPr/>
          <p:nvPr>
            <p:ph idx="2" type="sldImg"/>
          </p:nvPr>
        </p:nvSpPr>
        <p:spPr>
          <a:xfrm>
            <a:off x="2263775" y="514350"/>
            <a:ext cx="461645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9:notes"/>
          <p:cNvSpPr/>
          <p:nvPr>
            <p:ph idx="2" type="sldImg"/>
          </p:nvPr>
        </p:nvSpPr>
        <p:spPr>
          <a:xfrm>
            <a:off x="2495550" y="857250"/>
            <a:ext cx="41529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p59:notes"/>
          <p:cNvSpPr txBox="1"/>
          <p:nvPr>
            <p:ph idx="1" type="body"/>
          </p:nvPr>
        </p:nvSpPr>
        <p:spPr>
          <a:xfrm>
            <a:off x="914400" y="3300412"/>
            <a:ext cx="7315200" cy="2700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p59:notes"/>
          <p:cNvSpPr txBox="1"/>
          <p:nvPr>
            <p:ph idx="12" type="sldNum"/>
          </p:nvPr>
        </p:nvSpPr>
        <p:spPr>
          <a:xfrm>
            <a:off x="5179484" y="6513910"/>
            <a:ext cx="3962400" cy="34409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fr-F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61"/>
          <p:cNvSpPr txBox="1"/>
          <p:nvPr>
            <p:ph type="ctrTitle"/>
          </p:nvPr>
        </p:nvSpPr>
        <p:spPr>
          <a:xfrm>
            <a:off x="945131" y="2181229"/>
            <a:ext cx="10711339" cy="1505074"/>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1"/>
          <p:cNvSpPr txBox="1"/>
          <p:nvPr>
            <p:ph idx="1" type="subTitle"/>
          </p:nvPr>
        </p:nvSpPr>
        <p:spPr>
          <a:xfrm>
            <a:off x="1890243" y="3978861"/>
            <a:ext cx="8821103" cy="1794386"/>
          </a:xfrm>
          <a:prstGeom prst="rect">
            <a:avLst/>
          </a:prstGeom>
          <a:noFill/>
          <a:ln>
            <a:noFill/>
          </a:ln>
        </p:spPr>
        <p:txBody>
          <a:bodyPr anchorCtr="0" anchor="t" bIns="42775" lIns="85575" spcFirstLastPara="1" rIns="85575" wrap="square" tIns="42775">
            <a:normAutofit/>
          </a:bodyPr>
          <a:lstStyle>
            <a:lvl1pPr lvl="0" algn="ctr">
              <a:lnSpc>
                <a:spcPct val="100000"/>
              </a:lnSpc>
              <a:spcBef>
                <a:spcPts val="600"/>
              </a:spcBef>
              <a:spcAft>
                <a:spcPts val="0"/>
              </a:spcAft>
              <a:buClr>
                <a:schemeClr val="dk1"/>
              </a:buClr>
              <a:buSzPts val="3000"/>
              <a:buNone/>
              <a:defRPr>
                <a:solidFill>
                  <a:schemeClr val="dk1"/>
                </a:solidFill>
              </a:defRPr>
            </a:lvl1pPr>
            <a:lvl2pPr lvl="1" algn="ctr">
              <a:lnSpc>
                <a:spcPct val="100000"/>
              </a:lnSpc>
              <a:spcBef>
                <a:spcPts val="520"/>
              </a:spcBef>
              <a:spcAft>
                <a:spcPts val="0"/>
              </a:spcAft>
              <a:buClr>
                <a:schemeClr val="dk1"/>
              </a:buClr>
              <a:buSzPts val="2600"/>
              <a:buNone/>
              <a:defRPr>
                <a:solidFill>
                  <a:schemeClr val="dk1"/>
                </a:solidFill>
              </a:defRPr>
            </a:lvl2pPr>
            <a:lvl3pPr lvl="2" algn="ctr">
              <a:lnSpc>
                <a:spcPct val="100000"/>
              </a:lnSpc>
              <a:spcBef>
                <a:spcPts val="440"/>
              </a:spcBef>
              <a:spcAft>
                <a:spcPts val="0"/>
              </a:spcAft>
              <a:buClr>
                <a:schemeClr val="dk1"/>
              </a:buClr>
              <a:buSzPts val="2200"/>
              <a:buNone/>
              <a:defRPr>
                <a:solidFill>
                  <a:schemeClr val="dk1"/>
                </a:solidFill>
              </a:defRPr>
            </a:lvl3pPr>
            <a:lvl4pPr lvl="3" algn="ctr">
              <a:lnSpc>
                <a:spcPct val="100000"/>
              </a:lnSpc>
              <a:spcBef>
                <a:spcPts val="380"/>
              </a:spcBef>
              <a:spcAft>
                <a:spcPts val="0"/>
              </a:spcAft>
              <a:buClr>
                <a:schemeClr val="dk1"/>
              </a:buClr>
              <a:buSzPts val="1900"/>
              <a:buNone/>
              <a:defRPr>
                <a:solidFill>
                  <a:schemeClr val="dk1"/>
                </a:solidFill>
              </a:defRPr>
            </a:lvl4pPr>
            <a:lvl5pPr lvl="4" algn="ctr">
              <a:lnSpc>
                <a:spcPct val="100000"/>
              </a:lnSpc>
              <a:spcBef>
                <a:spcPts val="380"/>
              </a:spcBef>
              <a:spcAft>
                <a:spcPts val="0"/>
              </a:spcAft>
              <a:buClr>
                <a:schemeClr val="dk1"/>
              </a:buClr>
              <a:buSzPts val="1900"/>
              <a:buNone/>
              <a:defRPr>
                <a:solidFill>
                  <a:schemeClr val="dk1"/>
                </a:solidFill>
              </a:defRPr>
            </a:lvl5pPr>
            <a:lvl6pPr lvl="5" algn="ctr">
              <a:lnSpc>
                <a:spcPct val="100000"/>
              </a:lnSpc>
              <a:spcBef>
                <a:spcPts val="380"/>
              </a:spcBef>
              <a:spcAft>
                <a:spcPts val="0"/>
              </a:spcAft>
              <a:buClr>
                <a:schemeClr val="dk1"/>
              </a:buClr>
              <a:buSzPts val="1900"/>
              <a:buNone/>
              <a:defRPr>
                <a:solidFill>
                  <a:schemeClr val="dk1"/>
                </a:solidFill>
              </a:defRPr>
            </a:lvl6pPr>
            <a:lvl7pPr lvl="6" algn="ctr">
              <a:lnSpc>
                <a:spcPct val="100000"/>
              </a:lnSpc>
              <a:spcBef>
                <a:spcPts val="380"/>
              </a:spcBef>
              <a:spcAft>
                <a:spcPts val="0"/>
              </a:spcAft>
              <a:buClr>
                <a:schemeClr val="dk1"/>
              </a:buClr>
              <a:buSzPts val="1900"/>
              <a:buNone/>
              <a:defRPr>
                <a:solidFill>
                  <a:schemeClr val="dk1"/>
                </a:solidFill>
              </a:defRPr>
            </a:lvl7pPr>
            <a:lvl8pPr lvl="7" algn="ctr">
              <a:lnSpc>
                <a:spcPct val="100000"/>
              </a:lnSpc>
              <a:spcBef>
                <a:spcPts val="380"/>
              </a:spcBef>
              <a:spcAft>
                <a:spcPts val="0"/>
              </a:spcAft>
              <a:buClr>
                <a:schemeClr val="dk1"/>
              </a:buClr>
              <a:buSzPts val="1900"/>
              <a:buNone/>
              <a:defRPr>
                <a:solidFill>
                  <a:schemeClr val="dk1"/>
                </a:solidFill>
              </a:defRPr>
            </a:lvl8pPr>
            <a:lvl9pPr lvl="8" algn="ctr">
              <a:lnSpc>
                <a:spcPct val="100000"/>
              </a:lnSpc>
              <a:spcBef>
                <a:spcPts val="380"/>
              </a:spcBef>
              <a:spcAft>
                <a:spcPts val="0"/>
              </a:spcAft>
              <a:buClr>
                <a:schemeClr val="dk1"/>
              </a:buClr>
              <a:buSzPts val="1900"/>
              <a:buNone/>
              <a:defRPr>
                <a:solidFill>
                  <a:schemeClr val="dk1"/>
                </a:solidFill>
              </a:defRPr>
            </a:lvl9pPr>
          </a:lstStyle>
          <a:p/>
        </p:txBody>
      </p:sp>
      <p:sp>
        <p:nvSpPr>
          <p:cNvPr id="18" name="Google Shape;18;p61"/>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1"/>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1"/>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62"/>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2"/>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62"/>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2"/>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2"/>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7" name="Shape 27"/>
        <p:cNvGrpSpPr/>
        <p:nvPr/>
      </p:nvGrpSpPr>
      <p:grpSpPr>
        <a:xfrm>
          <a:off x="0" y="0"/>
          <a:ext cx="0" cy="0"/>
          <a:chOff x="0" y="0"/>
          <a:chExt cx="0" cy="0"/>
        </a:xfrm>
      </p:grpSpPr>
      <p:sp>
        <p:nvSpPr>
          <p:cNvPr id="28" name="Google Shape;28;p63"/>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3"/>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3"/>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1" name="Shape 31"/>
        <p:cNvGrpSpPr/>
        <p:nvPr/>
      </p:nvGrpSpPr>
      <p:grpSpPr>
        <a:xfrm>
          <a:off x="0" y="0"/>
          <a:ext cx="0" cy="0"/>
          <a:chOff x="0" y="0"/>
          <a:chExt cx="0" cy="0"/>
        </a:xfrm>
      </p:grpSpPr>
      <p:sp>
        <p:nvSpPr>
          <p:cNvPr id="32" name="Google Shape;32;p64"/>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4"/>
          <p:cNvSpPr txBox="1"/>
          <p:nvPr>
            <p:ph idx="1" type="body"/>
          </p:nvPr>
        </p:nvSpPr>
        <p:spPr>
          <a:xfrm>
            <a:off x="630080" y="1638364"/>
            <a:ext cx="5565696" cy="4633874"/>
          </a:xfrm>
          <a:prstGeom prst="rect">
            <a:avLst/>
          </a:prstGeom>
          <a:noFill/>
          <a:ln>
            <a:noFill/>
          </a:ln>
        </p:spPr>
        <p:txBody>
          <a:bodyPr anchorCtr="0" anchor="t" bIns="42775" lIns="85575" spcFirstLastPara="1" rIns="85575" wrap="square" tIns="42775">
            <a:normAutofit/>
          </a:bodyPr>
          <a:lstStyle>
            <a:lvl1pPr indent="-393700" lvl="0" marL="457200" algn="l">
              <a:lnSpc>
                <a:spcPct val="100000"/>
              </a:lnSpc>
              <a:spcBef>
                <a:spcPts val="520"/>
              </a:spcBef>
              <a:spcAft>
                <a:spcPts val="0"/>
              </a:spcAft>
              <a:buClr>
                <a:schemeClr val="dk1"/>
              </a:buClr>
              <a:buSzPts val="2600"/>
              <a:buChar char="•"/>
              <a:defRPr sz="2600"/>
            </a:lvl1pPr>
            <a:lvl2pPr indent="-368300" lvl="1" marL="914400" algn="l">
              <a:lnSpc>
                <a:spcPct val="100000"/>
              </a:lnSpc>
              <a:spcBef>
                <a:spcPts val="440"/>
              </a:spcBef>
              <a:spcAft>
                <a:spcPts val="0"/>
              </a:spcAft>
              <a:buClr>
                <a:schemeClr val="dk1"/>
              </a:buClr>
              <a:buSzPts val="2200"/>
              <a:buChar char="–"/>
              <a:defRPr sz="2200"/>
            </a:lvl2pPr>
            <a:lvl3pPr indent="-349250" lvl="2" marL="1371600" algn="l">
              <a:lnSpc>
                <a:spcPct val="100000"/>
              </a:lnSpc>
              <a:spcBef>
                <a:spcPts val="380"/>
              </a:spcBef>
              <a:spcAft>
                <a:spcPts val="0"/>
              </a:spcAft>
              <a:buClr>
                <a:schemeClr val="dk1"/>
              </a:buClr>
              <a:buSzPts val="1900"/>
              <a:buChar char="•"/>
              <a:defRPr sz="1900"/>
            </a:lvl3pPr>
            <a:lvl4pPr indent="-336550" lvl="3" marL="1828800" algn="l">
              <a:lnSpc>
                <a:spcPct val="100000"/>
              </a:lnSpc>
              <a:spcBef>
                <a:spcPts val="340"/>
              </a:spcBef>
              <a:spcAft>
                <a:spcPts val="0"/>
              </a:spcAft>
              <a:buClr>
                <a:schemeClr val="dk1"/>
              </a:buClr>
              <a:buSzPts val="1700"/>
              <a:buChar char="–"/>
              <a:defRPr sz="1700"/>
            </a:lvl4pPr>
            <a:lvl5pPr indent="-336550" lvl="4" marL="2286000" algn="l">
              <a:lnSpc>
                <a:spcPct val="100000"/>
              </a:lnSpc>
              <a:spcBef>
                <a:spcPts val="340"/>
              </a:spcBef>
              <a:spcAft>
                <a:spcPts val="0"/>
              </a:spcAft>
              <a:buClr>
                <a:schemeClr val="dk1"/>
              </a:buClr>
              <a:buSzPts val="1700"/>
              <a:buChar char="»"/>
              <a:defRPr sz="1700"/>
            </a:lvl5pPr>
            <a:lvl6pPr indent="-336550" lvl="5" marL="2743200" algn="l">
              <a:lnSpc>
                <a:spcPct val="100000"/>
              </a:lnSpc>
              <a:spcBef>
                <a:spcPts val="340"/>
              </a:spcBef>
              <a:spcAft>
                <a:spcPts val="0"/>
              </a:spcAft>
              <a:buClr>
                <a:schemeClr val="dk1"/>
              </a:buClr>
              <a:buSzPts val="1700"/>
              <a:buChar char="•"/>
              <a:defRPr sz="1700"/>
            </a:lvl6pPr>
            <a:lvl7pPr indent="-336550" lvl="6" marL="3200400" algn="l">
              <a:lnSpc>
                <a:spcPct val="100000"/>
              </a:lnSpc>
              <a:spcBef>
                <a:spcPts val="340"/>
              </a:spcBef>
              <a:spcAft>
                <a:spcPts val="0"/>
              </a:spcAft>
              <a:buClr>
                <a:schemeClr val="dk1"/>
              </a:buClr>
              <a:buSzPts val="1700"/>
              <a:buChar char="•"/>
              <a:defRPr sz="1700"/>
            </a:lvl7pPr>
            <a:lvl8pPr indent="-336550" lvl="7" marL="3657600" algn="l">
              <a:lnSpc>
                <a:spcPct val="100000"/>
              </a:lnSpc>
              <a:spcBef>
                <a:spcPts val="340"/>
              </a:spcBef>
              <a:spcAft>
                <a:spcPts val="0"/>
              </a:spcAft>
              <a:buClr>
                <a:schemeClr val="dk1"/>
              </a:buClr>
              <a:buSzPts val="1700"/>
              <a:buChar char="•"/>
              <a:defRPr sz="1700"/>
            </a:lvl8pPr>
            <a:lvl9pPr indent="-336550" lvl="8" marL="4114800" algn="l">
              <a:lnSpc>
                <a:spcPct val="100000"/>
              </a:lnSpc>
              <a:spcBef>
                <a:spcPts val="340"/>
              </a:spcBef>
              <a:spcAft>
                <a:spcPts val="0"/>
              </a:spcAft>
              <a:buClr>
                <a:schemeClr val="dk1"/>
              </a:buClr>
              <a:buSzPts val="1700"/>
              <a:buChar char="•"/>
              <a:defRPr sz="1700"/>
            </a:lvl9pPr>
          </a:lstStyle>
          <a:p/>
        </p:txBody>
      </p:sp>
      <p:sp>
        <p:nvSpPr>
          <p:cNvPr id="34" name="Google Shape;34;p64"/>
          <p:cNvSpPr txBox="1"/>
          <p:nvPr>
            <p:ph idx="2" type="body"/>
          </p:nvPr>
        </p:nvSpPr>
        <p:spPr>
          <a:xfrm>
            <a:off x="6405803" y="1638364"/>
            <a:ext cx="5565696" cy="4633874"/>
          </a:xfrm>
          <a:prstGeom prst="rect">
            <a:avLst/>
          </a:prstGeom>
          <a:noFill/>
          <a:ln>
            <a:noFill/>
          </a:ln>
        </p:spPr>
        <p:txBody>
          <a:bodyPr anchorCtr="0" anchor="t" bIns="42775" lIns="85575" spcFirstLastPara="1" rIns="85575" wrap="square" tIns="42775">
            <a:normAutofit/>
          </a:bodyPr>
          <a:lstStyle>
            <a:lvl1pPr indent="-393700" lvl="0" marL="457200" algn="l">
              <a:lnSpc>
                <a:spcPct val="100000"/>
              </a:lnSpc>
              <a:spcBef>
                <a:spcPts val="520"/>
              </a:spcBef>
              <a:spcAft>
                <a:spcPts val="0"/>
              </a:spcAft>
              <a:buClr>
                <a:schemeClr val="dk1"/>
              </a:buClr>
              <a:buSzPts val="2600"/>
              <a:buChar char="•"/>
              <a:defRPr sz="2600"/>
            </a:lvl1pPr>
            <a:lvl2pPr indent="-368300" lvl="1" marL="914400" algn="l">
              <a:lnSpc>
                <a:spcPct val="100000"/>
              </a:lnSpc>
              <a:spcBef>
                <a:spcPts val="440"/>
              </a:spcBef>
              <a:spcAft>
                <a:spcPts val="0"/>
              </a:spcAft>
              <a:buClr>
                <a:schemeClr val="dk1"/>
              </a:buClr>
              <a:buSzPts val="2200"/>
              <a:buChar char="–"/>
              <a:defRPr sz="2200"/>
            </a:lvl2pPr>
            <a:lvl3pPr indent="-349250" lvl="2" marL="1371600" algn="l">
              <a:lnSpc>
                <a:spcPct val="100000"/>
              </a:lnSpc>
              <a:spcBef>
                <a:spcPts val="380"/>
              </a:spcBef>
              <a:spcAft>
                <a:spcPts val="0"/>
              </a:spcAft>
              <a:buClr>
                <a:schemeClr val="dk1"/>
              </a:buClr>
              <a:buSzPts val="1900"/>
              <a:buChar char="•"/>
              <a:defRPr sz="1900"/>
            </a:lvl3pPr>
            <a:lvl4pPr indent="-336550" lvl="3" marL="1828800" algn="l">
              <a:lnSpc>
                <a:spcPct val="100000"/>
              </a:lnSpc>
              <a:spcBef>
                <a:spcPts val="340"/>
              </a:spcBef>
              <a:spcAft>
                <a:spcPts val="0"/>
              </a:spcAft>
              <a:buClr>
                <a:schemeClr val="dk1"/>
              </a:buClr>
              <a:buSzPts val="1700"/>
              <a:buChar char="–"/>
              <a:defRPr sz="1700"/>
            </a:lvl4pPr>
            <a:lvl5pPr indent="-336550" lvl="4" marL="2286000" algn="l">
              <a:lnSpc>
                <a:spcPct val="100000"/>
              </a:lnSpc>
              <a:spcBef>
                <a:spcPts val="340"/>
              </a:spcBef>
              <a:spcAft>
                <a:spcPts val="0"/>
              </a:spcAft>
              <a:buClr>
                <a:schemeClr val="dk1"/>
              </a:buClr>
              <a:buSzPts val="1700"/>
              <a:buChar char="»"/>
              <a:defRPr sz="1700"/>
            </a:lvl5pPr>
            <a:lvl6pPr indent="-336550" lvl="5" marL="2743200" algn="l">
              <a:lnSpc>
                <a:spcPct val="100000"/>
              </a:lnSpc>
              <a:spcBef>
                <a:spcPts val="340"/>
              </a:spcBef>
              <a:spcAft>
                <a:spcPts val="0"/>
              </a:spcAft>
              <a:buClr>
                <a:schemeClr val="dk1"/>
              </a:buClr>
              <a:buSzPts val="1700"/>
              <a:buChar char="•"/>
              <a:defRPr sz="1700"/>
            </a:lvl6pPr>
            <a:lvl7pPr indent="-336550" lvl="6" marL="3200400" algn="l">
              <a:lnSpc>
                <a:spcPct val="100000"/>
              </a:lnSpc>
              <a:spcBef>
                <a:spcPts val="340"/>
              </a:spcBef>
              <a:spcAft>
                <a:spcPts val="0"/>
              </a:spcAft>
              <a:buClr>
                <a:schemeClr val="dk1"/>
              </a:buClr>
              <a:buSzPts val="1700"/>
              <a:buChar char="•"/>
              <a:defRPr sz="1700"/>
            </a:lvl7pPr>
            <a:lvl8pPr indent="-336550" lvl="7" marL="3657600" algn="l">
              <a:lnSpc>
                <a:spcPct val="100000"/>
              </a:lnSpc>
              <a:spcBef>
                <a:spcPts val="340"/>
              </a:spcBef>
              <a:spcAft>
                <a:spcPts val="0"/>
              </a:spcAft>
              <a:buClr>
                <a:schemeClr val="dk1"/>
              </a:buClr>
              <a:buSzPts val="1700"/>
              <a:buChar char="•"/>
              <a:defRPr sz="1700"/>
            </a:lvl8pPr>
            <a:lvl9pPr indent="-336550" lvl="8" marL="4114800" algn="l">
              <a:lnSpc>
                <a:spcPct val="100000"/>
              </a:lnSpc>
              <a:spcBef>
                <a:spcPts val="340"/>
              </a:spcBef>
              <a:spcAft>
                <a:spcPts val="0"/>
              </a:spcAft>
              <a:buClr>
                <a:schemeClr val="dk1"/>
              </a:buClr>
              <a:buSzPts val="1700"/>
              <a:buChar char="•"/>
              <a:defRPr sz="1700"/>
            </a:lvl9pPr>
          </a:lstStyle>
          <a:p/>
        </p:txBody>
      </p:sp>
      <p:sp>
        <p:nvSpPr>
          <p:cNvPr id="35" name="Google Shape;35;p64"/>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4"/>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4"/>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38" name="Shape 38"/>
        <p:cNvGrpSpPr/>
        <p:nvPr/>
      </p:nvGrpSpPr>
      <p:grpSpPr>
        <a:xfrm>
          <a:off x="0" y="0"/>
          <a:ext cx="0" cy="0"/>
          <a:chOff x="0" y="0"/>
          <a:chExt cx="0" cy="0"/>
        </a:xfrm>
      </p:grpSpPr>
      <p:sp>
        <p:nvSpPr>
          <p:cNvPr id="39" name="Google Shape;39;p65"/>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41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5"/>
          <p:cNvSpPr txBox="1"/>
          <p:nvPr>
            <p:ph idx="1" type="body"/>
          </p:nvPr>
        </p:nvSpPr>
        <p:spPr>
          <a:xfrm>
            <a:off x="630091" y="1571718"/>
            <a:ext cx="5567885" cy="655015"/>
          </a:xfrm>
          <a:prstGeom prst="rect">
            <a:avLst/>
          </a:prstGeom>
          <a:noFill/>
          <a:ln>
            <a:noFill/>
          </a:ln>
        </p:spPr>
        <p:txBody>
          <a:bodyPr anchorCtr="0" anchor="b" bIns="42775" lIns="85575" spcFirstLastPara="1" rIns="85575" wrap="square" tIns="42775">
            <a:normAutofit/>
          </a:bodyPr>
          <a:lstStyle>
            <a:lvl1pPr indent="-228600" lvl="0" marL="457200" algn="l">
              <a:lnSpc>
                <a:spcPct val="100000"/>
              </a:lnSpc>
              <a:spcBef>
                <a:spcPts val="440"/>
              </a:spcBef>
              <a:spcAft>
                <a:spcPts val="0"/>
              </a:spcAft>
              <a:buClr>
                <a:schemeClr val="dk1"/>
              </a:buClr>
              <a:buSzPts val="2200"/>
              <a:buNone/>
              <a:defRPr b="1" sz="2200"/>
            </a:lvl1pPr>
            <a:lvl2pPr indent="-228600" lvl="1" marL="914400" algn="l">
              <a:lnSpc>
                <a:spcPct val="100000"/>
              </a:lnSpc>
              <a:spcBef>
                <a:spcPts val="380"/>
              </a:spcBef>
              <a:spcAft>
                <a:spcPts val="0"/>
              </a:spcAft>
              <a:buClr>
                <a:schemeClr val="dk1"/>
              </a:buClr>
              <a:buSzPts val="1900"/>
              <a:buNone/>
              <a:defRPr b="1" sz="1900"/>
            </a:lvl2pPr>
            <a:lvl3pPr indent="-228600" lvl="2" marL="1371600" algn="l">
              <a:lnSpc>
                <a:spcPct val="100000"/>
              </a:lnSpc>
              <a:spcBef>
                <a:spcPts val="340"/>
              </a:spcBef>
              <a:spcAft>
                <a:spcPts val="0"/>
              </a:spcAft>
              <a:buClr>
                <a:schemeClr val="dk1"/>
              </a:buClr>
              <a:buSzPts val="1700"/>
              <a:buNone/>
              <a:defRPr b="1" sz="1700"/>
            </a:lvl3pPr>
            <a:lvl4pPr indent="-228600" lvl="3" marL="1828800" algn="l">
              <a:lnSpc>
                <a:spcPct val="100000"/>
              </a:lnSpc>
              <a:spcBef>
                <a:spcPts val="300"/>
              </a:spcBef>
              <a:spcAft>
                <a:spcPts val="0"/>
              </a:spcAft>
              <a:buClr>
                <a:schemeClr val="dk1"/>
              </a:buClr>
              <a:buSzPts val="1500"/>
              <a:buNone/>
              <a:defRPr b="1" sz="1500"/>
            </a:lvl4pPr>
            <a:lvl5pPr indent="-228600" lvl="4" marL="2286000" algn="l">
              <a:lnSpc>
                <a:spcPct val="100000"/>
              </a:lnSpc>
              <a:spcBef>
                <a:spcPts val="300"/>
              </a:spcBef>
              <a:spcAft>
                <a:spcPts val="0"/>
              </a:spcAft>
              <a:buClr>
                <a:schemeClr val="dk1"/>
              </a:buClr>
              <a:buSzPts val="1500"/>
              <a:buNone/>
              <a:defRPr b="1" sz="1500"/>
            </a:lvl5pPr>
            <a:lvl6pPr indent="-228600" lvl="5" marL="2743200" algn="l">
              <a:lnSpc>
                <a:spcPct val="100000"/>
              </a:lnSpc>
              <a:spcBef>
                <a:spcPts val="300"/>
              </a:spcBef>
              <a:spcAft>
                <a:spcPts val="0"/>
              </a:spcAft>
              <a:buClr>
                <a:schemeClr val="dk1"/>
              </a:buClr>
              <a:buSzPts val="1500"/>
              <a:buNone/>
              <a:defRPr b="1" sz="1500"/>
            </a:lvl6pPr>
            <a:lvl7pPr indent="-228600" lvl="6" marL="3200400" algn="l">
              <a:lnSpc>
                <a:spcPct val="100000"/>
              </a:lnSpc>
              <a:spcBef>
                <a:spcPts val="300"/>
              </a:spcBef>
              <a:spcAft>
                <a:spcPts val="0"/>
              </a:spcAft>
              <a:buClr>
                <a:schemeClr val="dk1"/>
              </a:buClr>
              <a:buSzPts val="1500"/>
              <a:buNone/>
              <a:defRPr b="1" sz="1500"/>
            </a:lvl7pPr>
            <a:lvl8pPr indent="-228600" lvl="7" marL="3657600" algn="l">
              <a:lnSpc>
                <a:spcPct val="100000"/>
              </a:lnSpc>
              <a:spcBef>
                <a:spcPts val="300"/>
              </a:spcBef>
              <a:spcAft>
                <a:spcPts val="0"/>
              </a:spcAft>
              <a:buClr>
                <a:schemeClr val="dk1"/>
              </a:buClr>
              <a:buSzPts val="1500"/>
              <a:buNone/>
              <a:defRPr b="1" sz="1500"/>
            </a:lvl8pPr>
            <a:lvl9pPr indent="-228600" lvl="8" marL="4114800" algn="l">
              <a:lnSpc>
                <a:spcPct val="100000"/>
              </a:lnSpc>
              <a:spcBef>
                <a:spcPts val="300"/>
              </a:spcBef>
              <a:spcAft>
                <a:spcPts val="0"/>
              </a:spcAft>
              <a:buClr>
                <a:schemeClr val="dk1"/>
              </a:buClr>
              <a:buSzPts val="1500"/>
              <a:buNone/>
              <a:defRPr b="1" sz="1500"/>
            </a:lvl9pPr>
          </a:lstStyle>
          <a:p/>
        </p:txBody>
      </p:sp>
      <p:sp>
        <p:nvSpPr>
          <p:cNvPr id="41" name="Google Shape;41;p65"/>
          <p:cNvSpPr txBox="1"/>
          <p:nvPr>
            <p:ph idx="2" type="body"/>
          </p:nvPr>
        </p:nvSpPr>
        <p:spPr>
          <a:xfrm>
            <a:off x="630091" y="2226733"/>
            <a:ext cx="5567885" cy="4045497"/>
          </a:xfrm>
          <a:prstGeom prst="rect">
            <a:avLst/>
          </a:prstGeom>
          <a:noFill/>
          <a:ln>
            <a:noFill/>
          </a:ln>
        </p:spPr>
        <p:txBody>
          <a:bodyPr anchorCtr="0" anchor="t" bIns="42775" lIns="85575" spcFirstLastPara="1" rIns="85575" wrap="square" tIns="42775">
            <a:normAutofit/>
          </a:bodyPr>
          <a:lstStyle>
            <a:lvl1pPr indent="-368300" lvl="0" marL="457200" algn="l">
              <a:lnSpc>
                <a:spcPct val="100000"/>
              </a:lnSpc>
              <a:spcBef>
                <a:spcPts val="440"/>
              </a:spcBef>
              <a:spcAft>
                <a:spcPts val="0"/>
              </a:spcAft>
              <a:buClr>
                <a:schemeClr val="dk1"/>
              </a:buClr>
              <a:buSzPts val="2200"/>
              <a:buChar char="•"/>
              <a:defRPr sz="2200"/>
            </a:lvl1pPr>
            <a:lvl2pPr indent="-349250" lvl="1" marL="914400" algn="l">
              <a:lnSpc>
                <a:spcPct val="100000"/>
              </a:lnSpc>
              <a:spcBef>
                <a:spcPts val="380"/>
              </a:spcBef>
              <a:spcAft>
                <a:spcPts val="0"/>
              </a:spcAft>
              <a:buClr>
                <a:schemeClr val="dk1"/>
              </a:buClr>
              <a:buSzPts val="1900"/>
              <a:buChar char="–"/>
              <a:defRPr sz="1900"/>
            </a:lvl2pPr>
            <a:lvl3pPr indent="-336550" lvl="2" marL="1371600" algn="l">
              <a:lnSpc>
                <a:spcPct val="100000"/>
              </a:lnSpc>
              <a:spcBef>
                <a:spcPts val="34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42" name="Google Shape;42;p65"/>
          <p:cNvSpPr txBox="1"/>
          <p:nvPr>
            <p:ph idx="3" type="body"/>
          </p:nvPr>
        </p:nvSpPr>
        <p:spPr>
          <a:xfrm>
            <a:off x="6401443" y="1571718"/>
            <a:ext cx="5570071" cy="655015"/>
          </a:xfrm>
          <a:prstGeom prst="rect">
            <a:avLst/>
          </a:prstGeom>
          <a:noFill/>
          <a:ln>
            <a:noFill/>
          </a:ln>
        </p:spPr>
        <p:txBody>
          <a:bodyPr anchorCtr="0" anchor="b" bIns="42775" lIns="85575" spcFirstLastPara="1" rIns="85575" wrap="square" tIns="42775">
            <a:normAutofit/>
          </a:bodyPr>
          <a:lstStyle>
            <a:lvl1pPr indent="-228600" lvl="0" marL="457200" algn="l">
              <a:lnSpc>
                <a:spcPct val="100000"/>
              </a:lnSpc>
              <a:spcBef>
                <a:spcPts val="440"/>
              </a:spcBef>
              <a:spcAft>
                <a:spcPts val="0"/>
              </a:spcAft>
              <a:buClr>
                <a:schemeClr val="dk1"/>
              </a:buClr>
              <a:buSzPts val="2200"/>
              <a:buNone/>
              <a:defRPr b="1" sz="2200"/>
            </a:lvl1pPr>
            <a:lvl2pPr indent="-228600" lvl="1" marL="914400" algn="l">
              <a:lnSpc>
                <a:spcPct val="100000"/>
              </a:lnSpc>
              <a:spcBef>
                <a:spcPts val="380"/>
              </a:spcBef>
              <a:spcAft>
                <a:spcPts val="0"/>
              </a:spcAft>
              <a:buClr>
                <a:schemeClr val="dk1"/>
              </a:buClr>
              <a:buSzPts val="1900"/>
              <a:buNone/>
              <a:defRPr b="1" sz="1900"/>
            </a:lvl2pPr>
            <a:lvl3pPr indent="-228600" lvl="2" marL="1371600" algn="l">
              <a:lnSpc>
                <a:spcPct val="100000"/>
              </a:lnSpc>
              <a:spcBef>
                <a:spcPts val="340"/>
              </a:spcBef>
              <a:spcAft>
                <a:spcPts val="0"/>
              </a:spcAft>
              <a:buClr>
                <a:schemeClr val="dk1"/>
              </a:buClr>
              <a:buSzPts val="1700"/>
              <a:buNone/>
              <a:defRPr b="1" sz="1700"/>
            </a:lvl3pPr>
            <a:lvl4pPr indent="-228600" lvl="3" marL="1828800" algn="l">
              <a:lnSpc>
                <a:spcPct val="100000"/>
              </a:lnSpc>
              <a:spcBef>
                <a:spcPts val="300"/>
              </a:spcBef>
              <a:spcAft>
                <a:spcPts val="0"/>
              </a:spcAft>
              <a:buClr>
                <a:schemeClr val="dk1"/>
              </a:buClr>
              <a:buSzPts val="1500"/>
              <a:buNone/>
              <a:defRPr b="1" sz="1500"/>
            </a:lvl4pPr>
            <a:lvl5pPr indent="-228600" lvl="4" marL="2286000" algn="l">
              <a:lnSpc>
                <a:spcPct val="100000"/>
              </a:lnSpc>
              <a:spcBef>
                <a:spcPts val="300"/>
              </a:spcBef>
              <a:spcAft>
                <a:spcPts val="0"/>
              </a:spcAft>
              <a:buClr>
                <a:schemeClr val="dk1"/>
              </a:buClr>
              <a:buSzPts val="1500"/>
              <a:buNone/>
              <a:defRPr b="1" sz="1500"/>
            </a:lvl5pPr>
            <a:lvl6pPr indent="-228600" lvl="5" marL="2743200" algn="l">
              <a:lnSpc>
                <a:spcPct val="100000"/>
              </a:lnSpc>
              <a:spcBef>
                <a:spcPts val="300"/>
              </a:spcBef>
              <a:spcAft>
                <a:spcPts val="0"/>
              </a:spcAft>
              <a:buClr>
                <a:schemeClr val="dk1"/>
              </a:buClr>
              <a:buSzPts val="1500"/>
              <a:buNone/>
              <a:defRPr b="1" sz="1500"/>
            </a:lvl6pPr>
            <a:lvl7pPr indent="-228600" lvl="6" marL="3200400" algn="l">
              <a:lnSpc>
                <a:spcPct val="100000"/>
              </a:lnSpc>
              <a:spcBef>
                <a:spcPts val="300"/>
              </a:spcBef>
              <a:spcAft>
                <a:spcPts val="0"/>
              </a:spcAft>
              <a:buClr>
                <a:schemeClr val="dk1"/>
              </a:buClr>
              <a:buSzPts val="1500"/>
              <a:buNone/>
              <a:defRPr b="1" sz="1500"/>
            </a:lvl7pPr>
            <a:lvl8pPr indent="-228600" lvl="7" marL="3657600" algn="l">
              <a:lnSpc>
                <a:spcPct val="100000"/>
              </a:lnSpc>
              <a:spcBef>
                <a:spcPts val="300"/>
              </a:spcBef>
              <a:spcAft>
                <a:spcPts val="0"/>
              </a:spcAft>
              <a:buClr>
                <a:schemeClr val="dk1"/>
              </a:buClr>
              <a:buSzPts val="1500"/>
              <a:buNone/>
              <a:defRPr b="1" sz="1500"/>
            </a:lvl8pPr>
            <a:lvl9pPr indent="-228600" lvl="8" marL="4114800" algn="l">
              <a:lnSpc>
                <a:spcPct val="100000"/>
              </a:lnSpc>
              <a:spcBef>
                <a:spcPts val="300"/>
              </a:spcBef>
              <a:spcAft>
                <a:spcPts val="0"/>
              </a:spcAft>
              <a:buClr>
                <a:schemeClr val="dk1"/>
              </a:buClr>
              <a:buSzPts val="1500"/>
              <a:buNone/>
              <a:defRPr b="1" sz="1500"/>
            </a:lvl9pPr>
          </a:lstStyle>
          <a:p/>
        </p:txBody>
      </p:sp>
      <p:sp>
        <p:nvSpPr>
          <p:cNvPr id="43" name="Google Shape;43;p65"/>
          <p:cNvSpPr txBox="1"/>
          <p:nvPr>
            <p:ph idx="4" type="body"/>
          </p:nvPr>
        </p:nvSpPr>
        <p:spPr>
          <a:xfrm>
            <a:off x="6401443" y="2226733"/>
            <a:ext cx="5570071" cy="4045497"/>
          </a:xfrm>
          <a:prstGeom prst="rect">
            <a:avLst/>
          </a:prstGeom>
          <a:noFill/>
          <a:ln>
            <a:noFill/>
          </a:ln>
        </p:spPr>
        <p:txBody>
          <a:bodyPr anchorCtr="0" anchor="t" bIns="42775" lIns="85575" spcFirstLastPara="1" rIns="85575" wrap="square" tIns="42775">
            <a:normAutofit/>
          </a:bodyPr>
          <a:lstStyle>
            <a:lvl1pPr indent="-368300" lvl="0" marL="457200" algn="l">
              <a:lnSpc>
                <a:spcPct val="100000"/>
              </a:lnSpc>
              <a:spcBef>
                <a:spcPts val="440"/>
              </a:spcBef>
              <a:spcAft>
                <a:spcPts val="0"/>
              </a:spcAft>
              <a:buClr>
                <a:schemeClr val="dk1"/>
              </a:buClr>
              <a:buSzPts val="2200"/>
              <a:buChar char="•"/>
              <a:defRPr sz="2200"/>
            </a:lvl1pPr>
            <a:lvl2pPr indent="-349250" lvl="1" marL="914400" algn="l">
              <a:lnSpc>
                <a:spcPct val="100000"/>
              </a:lnSpc>
              <a:spcBef>
                <a:spcPts val="380"/>
              </a:spcBef>
              <a:spcAft>
                <a:spcPts val="0"/>
              </a:spcAft>
              <a:buClr>
                <a:schemeClr val="dk1"/>
              </a:buClr>
              <a:buSzPts val="1900"/>
              <a:buChar char="–"/>
              <a:defRPr sz="1900"/>
            </a:lvl2pPr>
            <a:lvl3pPr indent="-336550" lvl="2" marL="1371600" algn="l">
              <a:lnSpc>
                <a:spcPct val="100000"/>
              </a:lnSpc>
              <a:spcBef>
                <a:spcPts val="34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44" name="Google Shape;44;p65"/>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5"/>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5"/>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47" name="Shape 47"/>
        <p:cNvGrpSpPr/>
        <p:nvPr/>
      </p:nvGrpSpPr>
      <p:grpSpPr>
        <a:xfrm>
          <a:off x="0" y="0"/>
          <a:ext cx="0" cy="0"/>
          <a:chOff x="0" y="0"/>
          <a:chExt cx="0" cy="0"/>
        </a:xfrm>
      </p:grpSpPr>
      <p:sp>
        <p:nvSpPr>
          <p:cNvPr id="48" name="Google Shape;48;p66"/>
          <p:cNvSpPr txBox="1"/>
          <p:nvPr>
            <p:ph type="title"/>
          </p:nvPr>
        </p:nvSpPr>
        <p:spPr>
          <a:xfrm>
            <a:off x="995443" y="4511982"/>
            <a:ext cx="10711339" cy="1394550"/>
          </a:xfrm>
          <a:prstGeom prst="rect">
            <a:avLst/>
          </a:prstGeom>
          <a:noFill/>
          <a:ln>
            <a:noFill/>
          </a:ln>
        </p:spPr>
        <p:txBody>
          <a:bodyPr anchorCtr="0" anchor="t" bIns="42775" lIns="85575" spcFirstLastPara="1" rIns="85575" wrap="square" tIns="42775">
            <a:normAutofit/>
          </a:bodyPr>
          <a:lstStyle>
            <a:lvl1pPr lvl="0" algn="l">
              <a:lnSpc>
                <a:spcPct val="100000"/>
              </a:lnSpc>
              <a:spcBef>
                <a:spcPts val="0"/>
              </a:spcBef>
              <a:spcAft>
                <a:spcPts val="0"/>
              </a:spcAft>
              <a:buClr>
                <a:schemeClr val="dk1"/>
              </a:buClr>
              <a:buSzPts val="3700"/>
              <a:buFont typeface="Calibri"/>
              <a:buNone/>
              <a:defRPr b="1" sz="37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6"/>
          <p:cNvSpPr txBox="1"/>
          <p:nvPr>
            <p:ph idx="1" type="body"/>
          </p:nvPr>
        </p:nvSpPr>
        <p:spPr>
          <a:xfrm>
            <a:off x="995443" y="2976024"/>
            <a:ext cx="10711339" cy="1535956"/>
          </a:xfrm>
          <a:prstGeom prst="rect">
            <a:avLst/>
          </a:prstGeom>
          <a:noFill/>
          <a:ln>
            <a:noFill/>
          </a:ln>
        </p:spPr>
        <p:txBody>
          <a:bodyPr anchorCtr="0" anchor="b" bIns="42775" lIns="85575" spcFirstLastPara="1" rIns="85575" wrap="square" tIns="42775">
            <a:normAutofit/>
          </a:bodyPr>
          <a:lstStyle>
            <a:lvl1pPr indent="-228600" lvl="0" marL="457200" algn="l">
              <a:lnSpc>
                <a:spcPct val="100000"/>
              </a:lnSpc>
              <a:spcBef>
                <a:spcPts val="380"/>
              </a:spcBef>
              <a:spcAft>
                <a:spcPts val="0"/>
              </a:spcAft>
              <a:buClr>
                <a:schemeClr val="dk1"/>
              </a:buClr>
              <a:buSzPts val="1900"/>
              <a:buNone/>
              <a:defRPr sz="1900">
                <a:solidFill>
                  <a:schemeClr val="dk1"/>
                </a:solidFill>
              </a:defRPr>
            </a:lvl1pPr>
            <a:lvl2pPr indent="-228600" lvl="1" marL="914400" algn="l">
              <a:lnSpc>
                <a:spcPct val="100000"/>
              </a:lnSpc>
              <a:spcBef>
                <a:spcPts val="340"/>
              </a:spcBef>
              <a:spcAft>
                <a:spcPts val="0"/>
              </a:spcAft>
              <a:buClr>
                <a:schemeClr val="dk1"/>
              </a:buClr>
              <a:buSzPts val="1700"/>
              <a:buNone/>
              <a:defRPr sz="1700">
                <a:solidFill>
                  <a:schemeClr val="dk1"/>
                </a:solidFill>
              </a:defRPr>
            </a:lvl2pPr>
            <a:lvl3pPr indent="-228600" lvl="2" marL="1371600" algn="l">
              <a:lnSpc>
                <a:spcPct val="100000"/>
              </a:lnSpc>
              <a:spcBef>
                <a:spcPts val="300"/>
              </a:spcBef>
              <a:spcAft>
                <a:spcPts val="0"/>
              </a:spcAft>
              <a:buClr>
                <a:schemeClr val="dk1"/>
              </a:buClr>
              <a:buSzPts val="1500"/>
              <a:buNone/>
              <a:defRPr sz="1500">
                <a:solidFill>
                  <a:schemeClr val="dk1"/>
                </a:solidFill>
              </a:defRPr>
            </a:lvl3pPr>
            <a:lvl4pPr indent="-228600" lvl="3" marL="1828800" algn="l">
              <a:lnSpc>
                <a:spcPct val="100000"/>
              </a:lnSpc>
              <a:spcBef>
                <a:spcPts val="260"/>
              </a:spcBef>
              <a:spcAft>
                <a:spcPts val="0"/>
              </a:spcAft>
              <a:buClr>
                <a:schemeClr val="dk1"/>
              </a:buClr>
              <a:buSzPts val="1300"/>
              <a:buNone/>
              <a:defRPr sz="1300">
                <a:solidFill>
                  <a:schemeClr val="dk1"/>
                </a:solidFill>
              </a:defRPr>
            </a:lvl4pPr>
            <a:lvl5pPr indent="-228600" lvl="4" marL="2286000" algn="l">
              <a:lnSpc>
                <a:spcPct val="100000"/>
              </a:lnSpc>
              <a:spcBef>
                <a:spcPts val="260"/>
              </a:spcBef>
              <a:spcAft>
                <a:spcPts val="0"/>
              </a:spcAft>
              <a:buClr>
                <a:schemeClr val="dk1"/>
              </a:buClr>
              <a:buSzPts val="1300"/>
              <a:buNone/>
              <a:defRPr sz="1300">
                <a:solidFill>
                  <a:schemeClr val="dk1"/>
                </a:solidFill>
              </a:defRPr>
            </a:lvl5pPr>
            <a:lvl6pPr indent="-228600" lvl="5" marL="2743200" algn="l">
              <a:lnSpc>
                <a:spcPct val="100000"/>
              </a:lnSpc>
              <a:spcBef>
                <a:spcPts val="260"/>
              </a:spcBef>
              <a:spcAft>
                <a:spcPts val="0"/>
              </a:spcAft>
              <a:buClr>
                <a:schemeClr val="dk1"/>
              </a:buClr>
              <a:buSzPts val="1300"/>
              <a:buNone/>
              <a:defRPr sz="1300">
                <a:solidFill>
                  <a:schemeClr val="dk1"/>
                </a:solidFill>
              </a:defRPr>
            </a:lvl6pPr>
            <a:lvl7pPr indent="-228600" lvl="6" marL="3200400" algn="l">
              <a:lnSpc>
                <a:spcPct val="100000"/>
              </a:lnSpc>
              <a:spcBef>
                <a:spcPts val="260"/>
              </a:spcBef>
              <a:spcAft>
                <a:spcPts val="0"/>
              </a:spcAft>
              <a:buClr>
                <a:schemeClr val="dk1"/>
              </a:buClr>
              <a:buSzPts val="1300"/>
              <a:buNone/>
              <a:defRPr sz="1300">
                <a:solidFill>
                  <a:schemeClr val="dk1"/>
                </a:solidFill>
              </a:defRPr>
            </a:lvl7pPr>
            <a:lvl8pPr indent="-228600" lvl="7" marL="3657600" algn="l">
              <a:lnSpc>
                <a:spcPct val="100000"/>
              </a:lnSpc>
              <a:spcBef>
                <a:spcPts val="260"/>
              </a:spcBef>
              <a:spcAft>
                <a:spcPts val="0"/>
              </a:spcAft>
              <a:buClr>
                <a:schemeClr val="dk1"/>
              </a:buClr>
              <a:buSzPts val="1300"/>
              <a:buNone/>
              <a:defRPr sz="1300">
                <a:solidFill>
                  <a:schemeClr val="dk1"/>
                </a:solidFill>
              </a:defRPr>
            </a:lvl8pPr>
            <a:lvl9pPr indent="-228600" lvl="8" marL="4114800" algn="l">
              <a:lnSpc>
                <a:spcPct val="100000"/>
              </a:lnSpc>
              <a:spcBef>
                <a:spcPts val="260"/>
              </a:spcBef>
              <a:spcAft>
                <a:spcPts val="0"/>
              </a:spcAft>
              <a:buClr>
                <a:schemeClr val="dk1"/>
              </a:buClr>
              <a:buSzPts val="1300"/>
              <a:buNone/>
              <a:defRPr sz="1300">
                <a:solidFill>
                  <a:schemeClr val="dk1"/>
                </a:solidFill>
              </a:defRPr>
            </a:lvl9pPr>
          </a:lstStyle>
          <a:p/>
        </p:txBody>
      </p:sp>
      <p:sp>
        <p:nvSpPr>
          <p:cNvPr id="50" name="Google Shape;50;p66"/>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6"/>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6"/>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3" name="Shape 53"/>
        <p:cNvGrpSpPr/>
        <p:nvPr/>
      </p:nvGrpSpPr>
      <p:grpSpPr>
        <a:xfrm>
          <a:off x="0" y="0"/>
          <a:ext cx="0" cy="0"/>
          <a:chOff x="0" y="0"/>
          <a:chExt cx="0" cy="0"/>
        </a:xfrm>
      </p:grpSpPr>
      <p:sp>
        <p:nvSpPr>
          <p:cNvPr id="54" name="Google Shape;54;p67"/>
          <p:cNvSpPr txBox="1"/>
          <p:nvPr>
            <p:ph type="title"/>
          </p:nvPr>
        </p:nvSpPr>
        <p:spPr>
          <a:xfrm>
            <a:off x="630097" y="279568"/>
            <a:ext cx="4145831" cy="1189757"/>
          </a:xfrm>
          <a:prstGeom prst="rect">
            <a:avLst/>
          </a:prstGeom>
          <a:noFill/>
          <a:ln>
            <a:noFill/>
          </a:ln>
        </p:spPr>
        <p:txBody>
          <a:bodyPr anchorCtr="0" anchor="b" bIns="42775" lIns="85575" spcFirstLastPara="1" rIns="85575" wrap="square" tIns="42775">
            <a:normAutofit/>
          </a:bodyPr>
          <a:lstStyle>
            <a:lvl1pPr lvl="0" algn="l">
              <a:lnSpc>
                <a:spcPct val="100000"/>
              </a:lnSpc>
              <a:spcBef>
                <a:spcPts val="0"/>
              </a:spcBef>
              <a:spcAft>
                <a:spcPts val="0"/>
              </a:spcAft>
              <a:buClr>
                <a:schemeClr val="dk1"/>
              </a:buClr>
              <a:buSzPts val="1900"/>
              <a:buFont typeface="Calibri"/>
              <a:buNone/>
              <a:defRPr b="1" sz="1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7"/>
          <p:cNvSpPr txBox="1"/>
          <p:nvPr>
            <p:ph idx="1" type="body"/>
          </p:nvPr>
        </p:nvSpPr>
        <p:spPr>
          <a:xfrm>
            <a:off x="4926881" y="279572"/>
            <a:ext cx="7044631" cy="5992666"/>
          </a:xfrm>
          <a:prstGeom prst="rect">
            <a:avLst/>
          </a:prstGeom>
          <a:noFill/>
          <a:ln>
            <a:noFill/>
          </a:ln>
        </p:spPr>
        <p:txBody>
          <a:bodyPr anchorCtr="0" anchor="t" bIns="42775" lIns="85575" spcFirstLastPara="1" rIns="85575" wrap="square" tIns="42775">
            <a:normAutofit/>
          </a:bodyPr>
          <a:lstStyle>
            <a:lvl1pPr indent="-419100" lvl="0" marL="457200" algn="l">
              <a:lnSpc>
                <a:spcPct val="100000"/>
              </a:lnSpc>
              <a:spcBef>
                <a:spcPts val="600"/>
              </a:spcBef>
              <a:spcAft>
                <a:spcPts val="0"/>
              </a:spcAft>
              <a:buClr>
                <a:schemeClr val="dk1"/>
              </a:buClr>
              <a:buSzPts val="3000"/>
              <a:buChar char="•"/>
              <a:defRPr sz="3000"/>
            </a:lvl1pPr>
            <a:lvl2pPr indent="-393700" lvl="1" marL="914400" algn="l">
              <a:lnSpc>
                <a:spcPct val="100000"/>
              </a:lnSpc>
              <a:spcBef>
                <a:spcPts val="520"/>
              </a:spcBef>
              <a:spcAft>
                <a:spcPts val="0"/>
              </a:spcAft>
              <a:buClr>
                <a:schemeClr val="dk1"/>
              </a:buClr>
              <a:buSzPts val="2600"/>
              <a:buChar char="–"/>
              <a:defRPr sz="2600"/>
            </a:lvl2pPr>
            <a:lvl3pPr indent="-368300" lvl="2" marL="1371600" algn="l">
              <a:lnSpc>
                <a:spcPct val="100000"/>
              </a:lnSpc>
              <a:spcBef>
                <a:spcPts val="440"/>
              </a:spcBef>
              <a:spcAft>
                <a:spcPts val="0"/>
              </a:spcAft>
              <a:buClr>
                <a:schemeClr val="dk1"/>
              </a:buClr>
              <a:buSzPts val="2200"/>
              <a:buChar char="•"/>
              <a:defRPr sz="2200"/>
            </a:lvl3pPr>
            <a:lvl4pPr indent="-349250" lvl="3" marL="1828800" algn="l">
              <a:lnSpc>
                <a:spcPct val="100000"/>
              </a:lnSpc>
              <a:spcBef>
                <a:spcPts val="380"/>
              </a:spcBef>
              <a:spcAft>
                <a:spcPts val="0"/>
              </a:spcAft>
              <a:buClr>
                <a:schemeClr val="dk1"/>
              </a:buClr>
              <a:buSzPts val="1900"/>
              <a:buChar char="–"/>
              <a:defRPr sz="1900"/>
            </a:lvl4pPr>
            <a:lvl5pPr indent="-349250" lvl="4" marL="2286000" algn="l">
              <a:lnSpc>
                <a:spcPct val="100000"/>
              </a:lnSpc>
              <a:spcBef>
                <a:spcPts val="380"/>
              </a:spcBef>
              <a:spcAft>
                <a:spcPts val="0"/>
              </a:spcAft>
              <a:buClr>
                <a:schemeClr val="dk1"/>
              </a:buClr>
              <a:buSzPts val="1900"/>
              <a:buChar char="»"/>
              <a:defRPr sz="1900"/>
            </a:lvl5pPr>
            <a:lvl6pPr indent="-349250" lvl="5" marL="2743200" algn="l">
              <a:lnSpc>
                <a:spcPct val="100000"/>
              </a:lnSpc>
              <a:spcBef>
                <a:spcPts val="380"/>
              </a:spcBef>
              <a:spcAft>
                <a:spcPts val="0"/>
              </a:spcAft>
              <a:buClr>
                <a:schemeClr val="dk1"/>
              </a:buClr>
              <a:buSzPts val="1900"/>
              <a:buChar char="•"/>
              <a:defRPr sz="1900"/>
            </a:lvl6pPr>
            <a:lvl7pPr indent="-349250" lvl="6" marL="3200400" algn="l">
              <a:lnSpc>
                <a:spcPct val="100000"/>
              </a:lnSpc>
              <a:spcBef>
                <a:spcPts val="380"/>
              </a:spcBef>
              <a:spcAft>
                <a:spcPts val="0"/>
              </a:spcAft>
              <a:buClr>
                <a:schemeClr val="dk1"/>
              </a:buClr>
              <a:buSzPts val="1900"/>
              <a:buChar char="•"/>
              <a:defRPr sz="1900"/>
            </a:lvl7pPr>
            <a:lvl8pPr indent="-349250" lvl="7" marL="3657600" algn="l">
              <a:lnSpc>
                <a:spcPct val="100000"/>
              </a:lnSpc>
              <a:spcBef>
                <a:spcPts val="380"/>
              </a:spcBef>
              <a:spcAft>
                <a:spcPts val="0"/>
              </a:spcAft>
              <a:buClr>
                <a:schemeClr val="dk1"/>
              </a:buClr>
              <a:buSzPts val="1900"/>
              <a:buChar char="•"/>
              <a:defRPr sz="1900"/>
            </a:lvl8pPr>
            <a:lvl9pPr indent="-349250" lvl="8" marL="4114800" algn="l">
              <a:lnSpc>
                <a:spcPct val="100000"/>
              </a:lnSpc>
              <a:spcBef>
                <a:spcPts val="380"/>
              </a:spcBef>
              <a:spcAft>
                <a:spcPts val="0"/>
              </a:spcAft>
              <a:buClr>
                <a:schemeClr val="dk1"/>
              </a:buClr>
              <a:buSzPts val="1900"/>
              <a:buChar char="•"/>
              <a:defRPr sz="1900"/>
            </a:lvl9pPr>
          </a:lstStyle>
          <a:p/>
        </p:txBody>
      </p:sp>
      <p:sp>
        <p:nvSpPr>
          <p:cNvPr id="56" name="Google Shape;56;p67"/>
          <p:cNvSpPr txBox="1"/>
          <p:nvPr>
            <p:ph idx="2" type="body"/>
          </p:nvPr>
        </p:nvSpPr>
        <p:spPr>
          <a:xfrm>
            <a:off x="630097" y="1469321"/>
            <a:ext cx="4145831" cy="4802910"/>
          </a:xfrm>
          <a:prstGeom prst="rect">
            <a:avLst/>
          </a:prstGeom>
          <a:noFill/>
          <a:ln>
            <a:noFill/>
          </a:ln>
        </p:spPr>
        <p:txBody>
          <a:bodyPr anchorCtr="0" anchor="t" bIns="42775" lIns="85575" spcFirstLastPara="1" rIns="85575" wrap="square" tIns="42775">
            <a:normAutofit/>
          </a:bodyPr>
          <a:lstStyle>
            <a:lvl1pPr indent="-228600" lvl="0" marL="457200" algn="l">
              <a:lnSpc>
                <a:spcPct val="100000"/>
              </a:lnSpc>
              <a:spcBef>
                <a:spcPts val="260"/>
              </a:spcBef>
              <a:spcAft>
                <a:spcPts val="0"/>
              </a:spcAft>
              <a:buClr>
                <a:schemeClr val="dk1"/>
              </a:buClr>
              <a:buSzPts val="1300"/>
              <a:buNone/>
              <a:defRPr sz="1300"/>
            </a:lvl1pPr>
            <a:lvl2pPr indent="-228600" lvl="1" marL="914400" algn="l">
              <a:lnSpc>
                <a:spcPct val="100000"/>
              </a:lnSpc>
              <a:spcBef>
                <a:spcPts val="220"/>
              </a:spcBef>
              <a:spcAft>
                <a:spcPts val="0"/>
              </a:spcAft>
              <a:buClr>
                <a:schemeClr val="dk1"/>
              </a:buClr>
              <a:buSzPts val="1100"/>
              <a:buNone/>
              <a:defRPr sz="1100"/>
            </a:lvl2pPr>
            <a:lvl3pPr indent="-228600" lvl="2" marL="1371600" algn="l">
              <a:lnSpc>
                <a:spcPct val="100000"/>
              </a:lnSpc>
              <a:spcBef>
                <a:spcPts val="180"/>
              </a:spcBef>
              <a:spcAft>
                <a:spcPts val="0"/>
              </a:spcAft>
              <a:buClr>
                <a:schemeClr val="dk1"/>
              </a:buClr>
              <a:buSzPts val="900"/>
              <a:buNone/>
              <a:defRPr sz="900"/>
            </a:lvl3pPr>
            <a:lvl4pPr indent="-228600" lvl="3" marL="1828800" algn="l">
              <a:lnSpc>
                <a:spcPct val="100000"/>
              </a:lnSpc>
              <a:spcBef>
                <a:spcPts val="160"/>
              </a:spcBef>
              <a:spcAft>
                <a:spcPts val="0"/>
              </a:spcAft>
              <a:buClr>
                <a:schemeClr val="dk1"/>
              </a:buClr>
              <a:buSzPts val="800"/>
              <a:buNone/>
              <a:defRPr sz="800"/>
            </a:lvl4pPr>
            <a:lvl5pPr indent="-228600" lvl="4" marL="2286000" algn="l">
              <a:lnSpc>
                <a:spcPct val="100000"/>
              </a:lnSpc>
              <a:spcBef>
                <a:spcPts val="160"/>
              </a:spcBef>
              <a:spcAft>
                <a:spcPts val="0"/>
              </a:spcAft>
              <a:buClr>
                <a:schemeClr val="dk1"/>
              </a:buClr>
              <a:buSzPts val="800"/>
              <a:buNone/>
              <a:defRPr sz="800"/>
            </a:lvl5pPr>
            <a:lvl6pPr indent="-228600" lvl="5" marL="2743200" algn="l">
              <a:lnSpc>
                <a:spcPct val="100000"/>
              </a:lnSpc>
              <a:spcBef>
                <a:spcPts val="160"/>
              </a:spcBef>
              <a:spcAft>
                <a:spcPts val="0"/>
              </a:spcAft>
              <a:buClr>
                <a:schemeClr val="dk1"/>
              </a:buClr>
              <a:buSzPts val="800"/>
              <a:buNone/>
              <a:defRPr sz="800"/>
            </a:lvl6pPr>
            <a:lvl7pPr indent="-228600" lvl="6" marL="3200400" algn="l">
              <a:lnSpc>
                <a:spcPct val="100000"/>
              </a:lnSpc>
              <a:spcBef>
                <a:spcPts val="160"/>
              </a:spcBef>
              <a:spcAft>
                <a:spcPts val="0"/>
              </a:spcAft>
              <a:buClr>
                <a:schemeClr val="dk1"/>
              </a:buClr>
              <a:buSzPts val="800"/>
              <a:buNone/>
              <a:defRPr sz="800"/>
            </a:lvl7pPr>
            <a:lvl8pPr indent="-228600" lvl="7" marL="3657600" algn="l">
              <a:lnSpc>
                <a:spcPct val="100000"/>
              </a:lnSpc>
              <a:spcBef>
                <a:spcPts val="160"/>
              </a:spcBef>
              <a:spcAft>
                <a:spcPts val="0"/>
              </a:spcAft>
              <a:buClr>
                <a:schemeClr val="dk1"/>
              </a:buClr>
              <a:buSzPts val="800"/>
              <a:buNone/>
              <a:defRPr sz="800"/>
            </a:lvl8pPr>
            <a:lvl9pPr indent="-228600" lvl="8" marL="4114800" algn="l">
              <a:lnSpc>
                <a:spcPct val="100000"/>
              </a:lnSpc>
              <a:spcBef>
                <a:spcPts val="160"/>
              </a:spcBef>
              <a:spcAft>
                <a:spcPts val="0"/>
              </a:spcAft>
              <a:buClr>
                <a:schemeClr val="dk1"/>
              </a:buClr>
              <a:buSzPts val="800"/>
              <a:buNone/>
              <a:defRPr sz="800"/>
            </a:lvl9pPr>
          </a:lstStyle>
          <a:p/>
        </p:txBody>
      </p:sp>
      <p:sp>
        <p:nvSpPr>
          <p:cNvPr id="57" name="Google Shape;57;p67"/>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7"/>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7"/>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0" name="Shape 60"/>
        <p:cNvGrpSpPr/>
        <p:nvPr/>
      </p:nvGrpSpPr>
      <p:grpSpPr>
        <a:xfrm>
          <a:off x="0" y="0"/>
          <a:ext cx="0" cy="0"/>
          <a:chOff x="0" y="0"/>
          <a:chExt cx="0" cy="0"/>
        </a:xfrm>
      </p:grpSpPr>
      <p:sp>
        <p:nvSpPr>
          <p:cNvPr id="61" name="Google Shape;61;p68"/>
          <p:cNvSpPr txBox="1"/>
          <p:nvPr>
            <p:ph type="title"/>
          </p:nvPr>
        </p:nvSpPr>
        <p:spPr>
          <a:xfrm>
            <a:off x="2470009" y="4915068"/>
            <a:ext cx="7560945" cy="580251"/>
          </a:xfrm>
          <a:prstGeom prst="rect">
            <a:avLst/>
          </a:prstGeom>
          <a:noFill/>
          <a:ln>
            <a:noFill/>
          </a:ln>
        </p:spPr>
        <p:txBody>
          <a:bodyPr anchorCtr="0" anchor="b" bIns="42775" lIns="85575" spcFirstLastPara="1" rIns="85575" wrap="square" tIns="42775">
            <a:normAutofit/>
          </a:bodyPr>
          <a:lstStyle>
            <a:lvl1pPr lvl="0" algn="l">
              <a:lnSpc>
                <a:spcPct val="100000"/>
              </a:lnSpc>
              <a:spcBef>
                <a:spcPts val="0"/>
              </a:spcBef>
              <a:spcAft>
                <a:spcPts val="0"/>
              </a:spcAft>
              <a:buClr>
                <a:schemeClr val="dk1"/>
              </a:buClr>
              <a:buSzPts val="1900"/>
              <a:buFont typeface="Calibri"/>
              <a:buNone/>
              <a:defRPr b="1" sz="1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8"/>
          <p:cNvSpPr/>
          <p:nvPr>
            <p:ph idx="2" type="pic"/>
          </p:nvPr>
        </p:nvSpPr>
        <p:spPr>
          <a:xfrm>
            <a:off x="2470009" y="627387"/>
            <a:ext cx="7560945" cy="4212908"/>
          </a:xfrm>
          <a:prstGeom prst="rect">
            <a:avLst/>
          </a:prstGeom>
          <a:noFill/>
          <a:ln>
            <a:noFill/>
          </a:ln>
        </p:spPr>
      </p:sp>
      <p:sp>
        <p:nvSpPr>
          <p:cNvPr id="63" name="Google Shape;63;p68"/>
          <p:cNvSpPr txBox="1"/>
          <p:nvPr>
            <p:ph idx="1" type="body"/>
          </p:nvPr>
        </p:nvSpPr>
        <p:spPr>
          <a:xfrm>
            <a:off x="2470009" y="5495316"/>
            <a:ext cx="7560945" cy="824052"/>
          </a:xfrm>
          <a:prstGeom prst="rect">
            <a:avLst/>
          </a:prstGeom>
          <a:noFill/>
          <a:ln>
            <a:noFill/>
          </a:ln>
        </p:spPr>
        <p:txBody>
          <a:bodyPr anchorCtr="0" anchor="t" bIns="42775" lIns="85575" spcFirstLastPara="1" rIns="85575" wrap="square" tIns="42775">
            <a:normAutofit/>
          </a:bodyPr>
          <a:lstStyle>
            <a:lvl1pPr indent="-228600" lvl="0" marL="457200" algn="l">
              <a:lnSpc>
                <a:spcPct val="100000"/>
              </a:lnSpc>
              <a:spcBef>
                <a:spcPts val="260"/>
              </a:spcBef>
              <a:spcAft>
                <a:spcPts val="0"/>
              </a:spcAft>
              <a:buClr>
                <a:schemeClr val="dk1"/>
              </a:buClr>
              <a:buSzPts val="1300"/>
              <a:buNone/>
              <a:defRPr sz="1300"/>
            </a:lvl1pPr>
            <a:lvl2pPr indent="-228600" lvl="1" marL="914400" algn="l">
              <a:lnSpc>
                <a:spcPct val="100000"/>
              </a:lnSpc>
              <a:spcBef>
                <a:spcPts val="220"/>
              </a:spcBef>
              <a:spcAft>
                <a:spcPts val="0"/>
              </a:spcAft>
              <a:buClr>
                <a:schemeClr val="dk1"/>
              </a:buClr>
              <a:buSzPts val="1100"/>
              <a:buNone/>
              <a:defRPr sz="1100"/>
            </a:lvl2pPr>
            <a:lvl3pPr indent="-228600" lvl="2" marL="1371600" algn="l">
              <a:lnSpc>
                <a:spcPct val="100000"/>
              </a:lnSpc>
              <a:spcBef>
                <a:spcPts val="180"/>
              </a:spcBef>
              <a:spcAft>
                <a:spcPts val="0"/>
              </a:spcAft>
              <a:buClr>
                <a:schemeClr val="dk1"/>
              </a:buClr>
              <a:buSzPts val="900"/>
              <a:buNone/>
              <a:defRPr sz="900"/>
            </a:lvl3pPr>
            <a:lvl4pPr indent="-228600" lvl="3" marL="1828800" algn="l">
              <a:lnSpc>
                <a:spcPct val="100000"/>
              </a:lnSpc>
              <a:spcBef>
                <a:spcPts val="160"/>
              </a:spcBef>
              <a:spcAft>
                <a:spcPts val="0"/>
              </a:spcAft>
              <a:buClr>
                <a:schemeClr val="dk1"/>
              </a:buClr>
              <a:buSzPts val="800"/>
              <a:buNone/>
              <a:defRPr sz="800"/>
            </a:lvl4pPr>
            <a:lvl5pPr indent="-228600" lvl="4" marL="2286000" algn="l">
              <a:lnSpc>
                <a:spcPct val="100000"/>
              </a:lnSpc>
              <a:spcBef>
                <a:spcPts val="160"/>
              </a:spcBef>
              <a:spcAft>
                <a:spcPts val="0"/>
              </a:spcAft>
              <a:buClr>
                <a:schemeClr val="dk1"/>
              </a:buClr>
              <a:buSzPts val="800"/>
              <a:buNone/>
              <a:defRPr sz="800"/>
            </a:lvl5pPr>
            <a:lvl6pPr indent="-228600" lvl="5" marL="2743200" algn="l">
              <a:lnSpc>
                <a:spcPct val="100000"/>
              </a:lnSpc>
              <a:spcBef>
                <a:spcPts val="160"/>
              </a:spcBef>
              <a:spcAft>
                <a:spcPts val="0"/>
              </a:spcAft>
              <a:buClr>
                <a:schemeClr val="dk1"/>
              </a:buClr>
              <a:buSzPts val="800"/>
              <a:buNone/>
              <a:defRPr sz="800"/>
            </a:lvl6pPr>
            <a:lvl7pPr indent="-228600" lvl="6" marL="3200400" algn="l">
              <a:lnSpc>
                <a:spcPct val="100000"/>
              </a:lnSpc>
              <a:spcBef>
                <a:spcPts val="160"/>
              </a:spcBef>
              <a:spcAft>
                <a:spcPts val="0"/>
              </a:spcAft>
              <a:buClr>
                <a:schemeClr val="dk1"/>
              </a:buClr>
              <a:buSzPts val="800"/>
              <a:buNone/>
              <a:defRPr sz="800"/>
            </a:lvl7pPr>
            <a:lvl8pPr indent="-228600" lvl="7" marL="3657600" algn="l">
              <a:lnSpc>
                <a:spcPct val="100000"/>
              </a:lnSpc>
              <a:spcBef>
                <a:spcPts val="160"/>
              </a:spcBef>
              <a:spcAft>
                <a:spcPts val="0"/>
              </a:spcAft>
              <a:buClr>
                <a:schemeClr val="dk1"/>
              </a:buClr>
              <a:buSzPts val="800"/>
              <a:buNone/>
              <a:defRPr sz="800"/>
            </a:lvl8pPr>
            <a:lvl9pPr indent="-228600" lvl="8" marL="4114800" algn="l">
              <a:lnSpc>
                <a:spcPct val="100000"/>
              </a:lnSpc>
              <a:spcBef>
                <a:spcPts val="160"/>
              </a:spcBef>
              <a:spcAft>
                <a:spcPts val="0"/>
              </a:spcAft>
              <a:buClr>
                <a:schemeClr val="dk1"/>
              </a:buClr>
              <a:buSzPts val="800"/>
              <a:buNone/>
              <a:defRPr sz="800"/>
            </a:lvl9pPr>
          </a:lstStyle>
          <a:p/>
        </p:txBody>
      </p:sp>
      <p:sp>
        <p:nvSpPr>
          <p:cNvPr id="64" name="Google Shape;64;p68"/>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8"/>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8"/>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67" name="Shape 67"/>
        <p:cNvGrpSpPr/>
        <p:nvPr/>
      </p:nvGrpSpPr>
      <p:grpSpPr>
        <a:xfrm>
          <a:off x="0" y="0"/>
          <a:ext cx="0" cy="0"/>
          <a:chOff x="0" y="0"/>
          <a:chExt cx="0" cy="0"/>
        </a:xfrm>
      </p:grpSpPr>
      <p:sp>
        <p:nvSpPr>
          <p:cNvPr id="68" name="Google Shape;68;p69"/>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9"/>
          <p:cNvSpPr txBox="1"/>
          <p:nvPr>
            <p:ph idx="1" type="body"/>
          </p:nvPr>
        </p:nvSpPr>
        <p:spPr>
          <a:xfrm rot="5400000">
            <a:off x="3983853" y="-1715408"/>
            <a:ext cx="4633874" cy="11341418"/>
          </a:xfrm>
          <a:prstGeom prst="rect">
            <a:avLst/>
          </a:prstGeom>
          <a:noFill/>
          <a:ln>
            <a:noFill/>
          </a:ln>
        </p:spPr>
        <p:txBody>
          <a:bodyPr anchorCtr="0" anchor="t" bIns="42775" lIns="85575" spcFirstLastPara="1" rIns="85575" wrap="square" tIns="42775">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 name="Google Shape;70;p69"/>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9"/>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9"/>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3" name="Shape 73"/>
        <p:cNvGrpSpPr/>
        <p:nvPr/>
      </p:nvGrpSpPr>
      <p:grpSpPr>
        <a:xfrm>
          <a:off x="0" y="0"/>
          <a:ext cx="0" cy="0"/>
          <a:chOff x="0" y="0"/>
          <a:chExt cx="0" cy="0"/>
        </a:xfrm>
      </p:grpSpPr>
      <p:sp>
        <p:nvSpPr>
          <p:cNvPr id="74" name="Google Shape;74;p70"/>
          <p:cNvSpPr txBox="1"/>
          <p:nvPr>
            <p:ph type="title"/>
          </p:nvPr>
        </p:nvSpPr>
        <p:spPr>
          <a:xfrm rot="5400000">
            <a:off x="7558312" y="1859044"/>
            <a:ext cx="5991041" cy="2835355"/>
          </a:xfrm>
          <a:prstGeom prst="rect">
            <a:avLst/>
          </a:prstGeom>
          <a:noFill/>
          <a:ln>
            <a:noFill/>
          </a:ln>
        </p:spPr>
        <p:txBody>
          <a:bodyPr anchorCtr="0" anchor="ctr" bIns="42775" lIns="85575" spcFirstLastPara="1" rIns="85575" wrap="square" tIns="42775">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70"/>
          <p:cNvSpPr txBox="1"/>
          <p:nvPr>
            <p:ph idx="1" type="body"/>
          </p:nvPr>
        </p:nvSpPr>
        <p:spPr>
          <a:xfrm rot="5400000">
            <a:off x="1782578" y="-871296"/>
            <a:ext cx="5991041" cy="8296036"/>
          </a:xfrm>
          <a:prstGeom prst="rect">
            <a:avLst/>
          </a:prstGeom>
          <a:noFill/>
          <a:ln>
            <a:noFill/>
          </a:ln>
        </p:spPr>
        <p:txBody>
          <a:bodyPr anchorCtr="0" anchor="t" bIns="42775" lIns="85575" spcFirstLastPara="1" rIns="85575" wrap="square" tIns="42775">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6" name="Google Shape;76;p70"/>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0"/>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0"/>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60"/>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lvl1pPr lvl="0" marR="0" rtl="0" algn="ctr">
              <a:lnSpc>
                <a:spcPct val="100000"/>
              </a:lnSpc>
              <a:spcBef>
                <a:spcPts val="0"/>
              </a:spcBef>
              <a:spcAft>
                <a:spcPts val="0"/>
              </a:spcAft>
              <a:buClr>
                <a:schemeClr val="dk1"/>
              </a:buClr>
              <a:buSzPts val="4100"/>
              <a:buFont typeface="Calibri"/>
              <a:buNone/>
              <a:defRPr b="0" i="0" sz="4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0"/>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lvl1pPr indent="-419100" lvl="0" marL="457200" marR="0" rtl="0" algn="l">
              <a:lnSpc>
                <a:spcPct val="100000"/>
              </a:lnSpc>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1pPr>
            <a:lvl2pPr indent="-393700" lvl="1" marL="914400" marR="0" rtl="0" algn="l">
              <a:lnSpc>
                <a:spcPct val="100000"/>
              </a:lnSpc>
              <a:spcBef>
                <a:spcPts val="520"/>
              </a:spcBef>
              <a:spcAft>
                <a:spcPts val="0"/>
              </a:spcAft>
              <a:buClr>
                <a:schemeClr val="dk1"/>
              </a:buClr>
              <a:buSzPts val="2600"/>
              <a:buFont typeface="Arial"/>
              <a:buChar char="–"/>
              <a:defRPr b="0" i="0" sz="2600" u="none" cap="none" strike="noStrike">
                <a:solidFill>
                  <a:schemeClr val="dk1"/>
                </a:solidFill>
                <a:latin typeface="Calibri"/>
                <a:ea typeface="Calibri"/>
                <a:cs typeface="Calibri"/>
                <a:sym typeface="Calibri"/>
              </a:defRPr>
            </a:lvl2pPr>
            <a:lvl3pPr indent="-368300" lvl="2" marL="1371600" marR="0" rtl="0" algn="l">
              <a:lnSpc>
                <a:spcPct val="100000"/>
              </a:lnSpc>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3pPr>
            <a:lvl4pPr indent="-349250" lvl="3" marL="18288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4pPr>
            <a:lvl5pPr indent="-349250" lvl="4" marL="22860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5pPr>
            <a:lvl6pPr indent="-349250" lvl="5" marL="27432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6pPr>
            <a:lvl7pPr indent="-349250" lvl="6" marL="32004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7pPr>
            <a:lvl8pPr indent="-349250" lvl="7" marL="36576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8pPr>
            <a:lvl9pPr indent="-349250" lvl="8" marL="4114800" marR="0" rtl="0" algn="l">
              <a:lnSpc>
                <a:spcPct val="100000"/>
              </a:lnSpc>
              <a:spcBef>
                <a:spcPts val="380"/>
              </a:spcBef>
              <a:spcAft>
                <a:spcPts val="0"/>
              </a:spcAft>
              <a:buClr>
                <a:schemeClr val="dk1"/>
              </a:buClr>
              <a:buSzPts val="1900"/>
              <a:buFont typeface="Arial"/>
              <a:buChar char="•"/>
              <a:defRPr b="0" i="0" sz="1900" u="none" cap="none" strike="noStrike">
                <a:solidFill>
                  <a:schemeClr val="dk1"/>
                </a:solidFill>
                <a:latin typeface="Calibri"/>
                <a:ea typeface="Calibri"/>
                <a:cs typeface="Calibri"/>
                <a:sym typeface="Calibri"/>
              </a:defRPr>
            </a:lvl9pPr>
          </a:lstStyle>
          <a:p/>
        </p:txBody>
      </p:sp>
      <p:sp>
        <p:nvSpPr>
          <p:cNvPr id="12" name="Google Shape;12;p60"/>
          <p:cNvSpPr txBox="1"/>
          <p:nvPr>
            <p:ph idx="10" type="dt"/>
          </p:nvPr>
        </p:nvSpPr>
        <p:spPr>
          <a:xfrm>
            <a:off x="630079" y="6507914"/>
            <a:ext cx="2940368" cy="373830"/>
          </a:xfrm>
          <a:prstGeom prst="rect">
            <a:avLst/>
          </a:prstGeom>
          <a:noFill/>
          <a:ln>
            <a:noFill/>
          </a:ln>
        </p:spPr>
        <p:txBody>
          <a:bodyPr anchorCtr="0" anchor="ctr" bIns="42775" lIns="85575" spcFirstLastPara="1" rIns="85575" wrap="square" tIns="42775">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13" name="Google Shape;13;p60"/>
          <p:cNvSpPr txBox="1"/>
          <p:nvPr>
            <p:ph idx="11" type="ftr"/>
          </p:nvPr>
        </p:nvSpPr>
        <p:spPr>
          <a:xfrm>
            <a:off x="4305545" y="6507914"/>
            <a:ext cx="3990499" cy="373830"/>
          </a:xfrm>
          <a:prstGeom prst="rect">
            <a:avLst/>
          </a:prstGeom>
          <a:noFill/>
          <a:ln>
            <a:noFill/>
          </a:ln>
        </p:spPr>
        <p:txBody>
          <a:bodyPr anchorCtr="0" anchor="ctr" bIns="42775" lIns="85575" spcFirstLastPara="1" rIns="85575" wrap="square" tIns="42775">
            <a:noAutofit/>
          </a:bodyPr>
          <a:lstStyle>
            <a:lvl1pPr lvl="0" marR="0" rtl="0" algn="ctr">
              <a:lnSpc>
                <a:spcPct val="100000"/>
              </a:lnSpc>
              <a:spcBef>
                <a:spcPts val="0"/>
              </a:spcBef>
              <a:spcAft>
                <a:spcPts val="0"/>
              </a:spcAft>
              <a:buClr>
                <a:srgbClr val="000000"/>
              </a:buClr>
              <a:buSzPts val="1400"/>
              <a:buFont typeface="Arial"/>
              <a:buNone/>
              <a:defRPr b="0" i="0" sz="11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700" u="none" cap="none" strike="noStrike">
                <a:solidFill>
                  <a:schemeClr val="dk1"/>
                </a:solidFill>
                <a:latin typeface="Calibri"/>
                <a:ea typeface="Calibri"/>
                <a:cs typeface="Calibri"/>
                <a:sym typeface="Calibri"/>
              </a:defRPr>
            </a:lvl9pPr>
          </a:lstStyle>
          <a:p/>
        </p:txBody>
      </p:sp>
      <p:sp>
        <p:nvSpPr>
          <p:cNvPr id="14" name="Google Shape;14;p60"/>
          <p:cNvSpPr txBox="1"/>
          <p:nvPr>
            <p:ph idx="12" type="sldNum"/>
          </p:nvPr>
        </p:nvSpPr>
        <p:spPr>
          <a:xfrm>
            <a:off x="9031129" y="6507914"/>
            <a:ext cx="2940368" cy="373830"/>
          </a:xfrm>
          <a:prstGeom prst="rect">
            <a:avLst/>
          </a:prstGeom>
          <a:noFill/>
          <a:ln>
            <a:noFill/>
          </a:ln>
        </p:spPr>
        <p:txBody>
          <a:bodyPr anchorCtr="0" anchor="ctr" bIns="42775" lIns="85575" spcFirstLastPara="1" rIns="85575" wrap="square" tIns="42775">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 Id="rId4" Type="http://schemas.openxmlformats.org/officeDocument/2006/relationships/image" Target="../media/image2.jpg"/><Relationship Id="rId5" Type="http://schemas.openxmlformats.org/officeDocument/2006/relationships/image" Target="../media/image6.png"/><Relationship Id="rId6"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5.jpg"/><Relationship Id="rId6" Type="http://schemas.openxmlformats.org/officeDocument/2006/relationships/image" Target="../media/image4.jpg"/><Relationship Id="rId7" Type="http://schemas.openxmlformats.org/officeDocument/2006/relationships/image" Target="../media/image2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jp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jp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9.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9.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12.jpg"/><Relationship Id="rId4" Type="http://schemas.openxmlformats.org/officeDocument/2006/relationships/image" Target="../media/image3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9.jpg"/><Relationship Id="rId4" Type="http://schemas.openxmlformats.org/officeDocument/2006/relationships/image" Target="../media/image1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9.jpg"/><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9.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9.jpg"/><Relationship Id="rId4" Type="http://schemas.openxmlformats.org/officeDocument/2006/relationships/image" Target="../media/image27.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4.jpg"/><Relationship Id="rId4" Type="http://schemas.openxmlformats.org/officeDocument/2006/relationships/image" Target="../media/image21.png"/><Relationship Id="rId5"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2.jpg"/><Relationship Id="rId4" Type="http://schemas.openxmlformats.org/officeDocument/2006/relationships/image" Target="../media/image25.png"/><Relationship Id="rId5"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2.jpg"/><Relationship Id="rId4"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2.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2.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2.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2.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945131" y="2181229"/>
            <a:ext cx="10711339" cy="1505074"/>
          </a:xfrm>
          <a:prstGeom prst="rect">
            <a:avLst/>
          </a:prstGeom>
          <a:noFill/>
          <a:ln>
            <a:noFill/>
          </a:ln>
        </p:spPr>
        <p:txBody>
          <a:bodyPr anchorCtr="0" anchor="ctr" bIns="42775" lIns="85575" spcFirstLastPara="1" rIns="85575" wrap="square" tIns="42775">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fr-FR">
                <a:solidFill>
                  <a:schemeClr val="dk1"/>
                </a:solidFill>
              </a:rPr>
            </a:br>
            <a:br>
              <a:rPr b="1" lang="fr-FR">
                <a:solidFill>
                  <a:schemeClr val="dk1"/>
                </a:solidFill>
              </a:rPr>
            </a:br>
            <a:r>
              <a:rPr b="1" lang="fr-FR" sz="5000">
                <a:solidFill>
                  <a:schemeClr val="lt1"/>
                </a:solidFill>
              </a:rPr>
              <a:t>TSARA HO FANTATRA HO AN’IREO ‘’RESPONSABLE LOGISTIQUE ET FINANCIER’’ HO AN’NY</a:t>
            </a:r>
            <a:br>
              <a:rPr lang="fr-FR" sz="5000">
                <a:solidFill>
                  <a:schemeClr val="lt1"/>
                </a:solidFill>
              </a:rPr>
            </a:br>
            <a:r>
              <a:rPr b="1" lang="fr-FR" sz="5000">
                <a:solidFill>
                  <a:schemeClr val="lt1"/>
                </a:solidFill>
              </a:rPr>
              <a:t>‘’REGISTRE SOCIAL UNIQUE (RSU) ’’</a:t>
            </a:r>
            <a:br>
              <a:rPr lang="fr-FR" sz="5000">
                <a:solidFill>
                  <a:schemeClr val="lt1"/>
                </a:solidFill>
              </a:rPr>
            </a:br>
            <a:r>
              <a:rPr lang="fr-FR" sz="5000">
                <a:solidFill>
                  <a:schemeClr val="lt1"/>
                </a:solidFill>
              </a:rPr>
              <a:t>     </a:t>
            </a:r>
            <a:r>
              <a:rPr b="1" lang="fr-FR" sz="5000">
                <a:solidFill>
                  <a:schemeClr val="lt1"/>
                </a:solidFill>
                <a:latin typeface="Arial"/>
                <a:ea typeface="Arial"/>
                <a:cs typeface="Arial"/>
                <a:sym typeface="Arial"/>
              </a:rPr>
              <a:t>ETO</a:t>
            </a:r>
            <a:br>
              <a:rPr lang="fr-FR" sz="4600">
                <a:solidFill>
                  <a:schemeClr val="lt1"/>
                </a:solidFill>
              </a:rPr>
            </a:br>
            <a:r>
              <a:rPr b="1" lang="fr-FR" sz="4600">
                <a:solidFill>
                  <a:schemeClr val="lt1"/>
                </a:solidFill>
                <a:latin typeface="Arial"/>
                <a:ea typeface="Arial"/>
                <a:cs typeface="Arial"/>
                <a:sym typeface="Arial"/>
              </a:rPr>
              <a:t>MADAGASIKARA</a:t>
            </a:r>
            <a:br>
              <a:rPr lang="fr-FR">
                <a:solidFill>
                  <a:schemeClr val="lt1"/>
                </a:solidFill>
              </a:rPr>
            </a:br>
            <a:br>
              <a:rPr lang="fr-FR"/>
            </a:br>
            <a:endParaRPr/>
          </a:p>
        </p:txBody>
      </p:sp>
      <p:sp>
        <p:nvSpPr>
          <p:cNvPr id="85" name="Google Shape;85;p1"/>
          <p:cNvSpPr txBox="1"/>
          <p:nvPr>
            <p:ph idx="1" type="subTitle"/>
          </p:nvPr>
        </p:nvSpPr>
        <p:spPr>
          <a:xfrm>
            <a:off x="1890243" y="3978861"/>
            <a:ext cx="8821103" cy="1794386"/>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a:p>
            <a:pPr indent="0" lvl="0" marL="0" rtl="0" algn="ctr">
              <a:lnSpc>
                <a:spcPct val="100000"/>
              </a:lnSpc>
              <a:spcBef>
                <a:spcPts val="600"/>
              </a:spcBef>
              <a:spcAft>
                <a:spcPts val="0"/>
              </a:spcAft>
              <a:buClr>
                <a:schemeClr val="dk1"/>
              </a:buClr>
              <a:buSzPts val="3000"/>
              <a:buNone/>
            </a:pPr>
            <a:r>
              <a:t/>
            </a:r>
            <a:endParaRPr/>
          </a:p>
        </p:txBody>
      </p:sp>
      <p:sp>
        <p:nvSpPr>
          <p:cNvPr descr="data:image/png;base64,iVBORw0KGgoAAAANSUhEUgAABWkAAADPCAYAAACHkFOLAAAgAElEQVR4Xuy9CZRk+VndeWPfl8zIfa89q7p6qe5Wq1tIGAOWzCoBBoONB8+BA9gMGnuOjTHMAAOMjwYYG47NsA5gYBixi0W0FrSDpN6ql9q33PeMyIzI2Pe534uMquxWq9fqqqzu+1rRmRnx4r3/+73oc3R+58b9XG1u0CYCIiACIiACIiACIiACIiACIiACIiACIiACIiACInBbCLgkaW8Ld51UBERABERABERABERABERABERABERABERABERABBwCkrT6IIiACIiACIiACIiACIiACIiACIiACIiACIiACIjAbSQgSXsb4evUIiACIiACIiACIiACIiACIiACIiACIiACIiACIiBJq8+ACIiACIiACIiACIiACIiACIiACIiACIiACIiACNxGApK0txG+Ti0CIiACIiACIiACIiACIiACIiACIiACIiACIiACkrT6DIiACIiACIiACIiACIiACIiACIiACIiACIiACIjAbSQgSXsb4evUIiACIiACIiACIiACIiACIiACIiACIiACIiACIiBJq8+ACIiACIiACIiACIiACIiACIiACIiACIiACIiACNxGApK0txG+Ti0CIiACIiACIiACIiACIiACIiACIiACIiACIiACkrT6DIiACIiACIiACIiACIiACIiACIiACIiACIiACIjAbSQgSXsb4evUIiACIiACIiACInBnEmhz2a47c+latQiIgAiIgAiIgAiIgAjsQwKStPvwpmhJIiACIiACIiACIrBvCTQqQLsG+OL7dolamAiIgAiIgAiIgAiIgAjcaQQkae+0O6b1ioAIiIAIiIAIiMDtJFDbRruegysydTtXoXOLgAiIgAiIgAiIgAiIwJuKgCTtm+p26mJEQAREQAREQARE4A0mkPkMEDkKBIff4BPp8CIgAiIgAiIgAiIgAiLw1iEgSfvWude6UhEQAREQAREQARF4bQTabVQyTyJ/8ZeR6j8B9+EfBjyh13YsvUsEREAEREAEREAEREAEROBLCEjS6kMhAiIgAiIgAiIgAiLw0gQoaZv1InaWv4h49oNw3/1LcHkjoiYCIiACIiACIiACIiACInCTCEjS3iSQOowIiIAIiIAIiIAIvJkJtClqNy/9KeqXfxzxkYcQe/D33syXq2sTAREQAREQAREQAREQgVtKQJL2luLWyURABERABERABETgziTQbrew/uTPwBcbQyQ4hODUN9yZF6JVi4AIiIAIiIAIiIAIiMA+JCBJuw9vipYkAiIgAiIgAiIgAvuNQLtZReHvTyB06lPsow3CGx7Yb0vUekRABERABERABERABETgjiUgSXvH3jotXAREQAREQAREQARuHYFm7hLqZ/9n+E/9JtzhsVt3Yp1JBERABERABERABERABN4CBCRp3wI3WZcoAiIgAiIgAiIgAq+HgPXRLl19BqubBZy89xTCkejrOZzeKwIiIAIiIAIiIAIiIAIi8AICkrT6SIiACIiACIiACIiACLwkgXq9ji/+/ecxOjGBnmQSPb09IiYCIiACIiACIiACIiACInATCUjS3kSYOpQIiIAIiIAIiIAIvBkJ5Hdy+Ju//CgeedfDSFDSJhLxN+Nl6ppEQAREQAREQAREQARE4LYRkKS9beh1YhEQAREQAREQARG4MwgsLy3go49+Gg8/8iCOTh+F1+u9MxauVYqACIiACIiACIiACIjAHUJAkvYOuVFapgiIgAiIgAiIgAjcLgJXL1/CE088i+ljR3DqwVO3axk6rwiIgAiIgAiIgAiIgAi8aQlI0r5pb60uTAREQAREQAREQAReP4FGo46zzzyLbL6ERDyOUw/ch2w2h1AohEDA//pPoCOIgAiIgAiIgAiIgAiIgAhAklYfAhEQAREQAREQAREQgS9LIJ/L4ouffwyj4xMYGRtBMplAqVTC3PwixsdGEY1G4HK5RFAEREAEREAEREAEREAEROB1EJCkfR3w9FYREAEREAEREAEReDMTaLfb2Fxdxuc//yQefufD6O3thd/fSc9ub2/jzNnzOHrkCPr7U3C73ZK1b+YPg65NBERABERABERABETgDSUgSfuG4tXBRUAEREAEREAERODOJVCv1zB/7QqeePwsHnrH2zA5NXF9aJgJ3G3WHpw+/QzTtFEcPDiFgf6+O/ditXIREAEREAEREAEREAERuI0EJGlvI3ydWgREQAREQAREQAT2M4HCTg5PPnEauVwRo2PDeOBt9z8vLWuiNp8v4NyFi6iUKxgc6McxDhfzeDz7+bK0NhEQAREQAREQAREQARHYdwQkaffdLdGCREAEREAEREAERGB/EMhsrOEjj34SBw8fQjgcxL2n7n3RhTWbTSyvrOLq1RkEg0FWIBxCKtWr+oP9cRu1ChEQAREQAREQAREQgTuAgCTtHXCTtEQREAEREAEREAERuB0Elhfn8Zcf+gje/o63Y2CgD2PjY192GZVKlR2155BlBUJfXwrTx44hFArcjmXrnCIgAiIgAiIgAiIgAiJwxxGQpL3jbpkWLAIiIAIiIAIiIAK3hsCzp0/jc597HF//je/GwUMHX/ak9UYDZ86cQyazxRStGydPHmdPbT+Hirle9r3aQQREQAREQAREQAREQATeygQkad/Kd1/XLgIiIAIiIAIiIAJfhkCz1cInP/q3qNVbOHH3NA4cmHpFrFqtNs6eO4eNjbSzfzgcwjseefsreq92EgEREAEREAEREAEREIG3KgFJ2rfqndd1i4AIiIAIiIAIiMBLECjm8/iD3/8jvOur3sVBYG4cOXr4VfGan1/ElavXnPfY+6enj6GPPbU+n+9VHUc7i4AIiIAIiIAIiIAIiMBbgYAk7VvhLusaRUAEREAEREAEROBVEtjObOLRD38C3/DNX4fZmTncd/+LDw17qcOur2/g/IULYCiXjxYSiTjuveckAgF11b7K26HdRUAEREAEREAEREAE3uQEJGnf5DdYlycCIiACIiACIiACr5ZAu93G/Ow1XDh/DYePHESytwf9/X0veRh7j8v1pd2z2WwWz505j1qt5rzfRO1dJ447NQjaREAEREAEREAEREAEREAEOgQkafVJEAEREAEREAEREAEReB4BS70++dhj8AcjyGym8TXv/uqXJVStVili64jFol+yb6VSxZOnn0aN+1hnbTgcdhK1oVDQEbsvJndf9oTaQQREQAREQAREQAREQATeRAQkad9EN1OXIgIiIAIiIAIiIAI3g0Cz2cRnP/lpjE1OYubaDN7zde++fthCoejIVY/H87xTNRoNZDJbTlLW6gy64tUStrYtLC5hbW0d+XzB+XtqcgJTUxPO7263W7L2Ztw4HUMEREAEREAEREAEROCOJSBJe8feOi1cBERABERABERABN4YAqViAR/8f/8Eb3v7g+jpTWJsfOz6iZ597gxSvSmMjY18ycmbTOAuLiw6VQapVMqRr11JazubyL1w6TJl7QalLDDACoWjR4/C6/U4ktZL8atU7RtzT3VUERABERABERABERCB/U1AknZ/3x+tTgREQAREQAREQARuOYHM5jr+5A//ksPC7sFDjzzkiNNSqYTNzQx8Pg8WF5dx/MQ0opHI86SqCVl7LC4to8jE7YEDU/D7/Vy/Pd+5DEvpzi0sYH5+AW1WH/T0JHH48CFEImHu1um1tZSuPSRsb/mt1wlFQAREQAREQAREQARuEwFJ2tsEXqcVAREQAREQAREQgf1IwPpo15YX8eSTZ3Do8AHcdfddzjJLpTKefuY53H33CQ4Uu4hINOrUHlhtgcnUbmLWGSDGf5ZXV7G6toZDBw8gHo+bp0XL/sXX7Ryrq+u4xioFk7ahUAiHDk0h1dNrExOc87lcbiZsvc5DsnY/flK0JhEQAREQAREQAREQgZtJQJL2ZtLUsURABERABERABETgDifQaNTx3NPPwO0JYHhkEINDg46ANbF65sw51hMcxsLCEnp7e/DsmbO49+6TTMP2OFedzWbh8fqYsA1bdtbpqL185SqOMilr+++tPrDfM1vbuHz5KirVCjxuD8bHR9HHmgRL39ZZjRBkt61VJvj9PkfW2u/aREAEREAEREAEREAERODNSECS9s14V3VNIiACIiACIiACIvAaCdRqVXzyY5/AvfffTynqciStdcnaVqlUWXfgxXY2x3qCCGZmZpDN5XD/qXvho1i1ioOzZy/g1Kl74KNUteLZfG4HTz97BtPTR5HkUDGTrZ3qg04FQrlcxvkLF1EolhyJazUHd588gULBBoy5MDQ04Jzb0rQBnsMEbnfQ2Gu8RL1NBERABERABERABERABPYdAUnafXdLtCAREAEREAEREAERuH0Ectlt9tH+Od7+jodx+MhBBJhmbTSaTjK2u1lFgW2VSgWPP/6UU1dw8q7jTv3BeVYhmHC9n6K2m3zN5wt47ImnOEysFydPHHdE7N5Uba1Ww+Wr19h5m4bbJopxO378mHP8zXQaJ6an4aUcts3Erh23Ua+jr68znEybCIiACIiACIiACIiACNzpBCRp7/Q7qPWLgAiIgAiIgAiIwE0ksL6ygj/7sw/jrruO4V1f9S6n5qDJx97O2a4ttecuXrzM7tl1HDlyCKMjw0zAFvH4k0/hGGsRRoaHHalqx1hhP+3szBwrDcYwwUdHuJr67cjfWq3u1CkUS0Xnb5OvD9x/H65em0WOady3PWjJ3o6QtfcVi0XMzs3jAaZ4E4nETSSgQ4mACIiACIiACIiACIjArScgSXvrmeuMIiACIiACIiACIrAvCZj8XJybxRe+cBrjE6N4xzsfQZUpV0fQdjoKrkvSrrQtUJaeOXsewWAQdzNNaxUFp5951knB3nPyJKLRyPVOW6tJuMaKhKNHDnOYWOx5x7M/rE5hiz22M5SvJnZ7epI4eGAKZ8+ddzprD/D3BCsT7DU7//LKKjY3NtHf34exsVEM8KeStfvyo6VFiYAIiIAIiIAIiIAIvAwBSVp9RERABERABERABERABBwCViFgQ8PKlQamDk5gZHTEka22vTBJe8PZth25euHSZYyNjDiVBtYz++TpZ9g/68F999wNf8B/nXCWonZ+YcEZJhag2N3bT9s9jw0gu3zlGqrVqjNI7DBTus89d9ZZy/DwIHqSSSTicWdNi0vLWFhccjprTQhPTozzMeGc06MqBH2yRUAEREAEREAEREAE7hACkrR3yI3SMkVABERABERABETgjSZQrZTxuU//HY7ffZcjQq0Htk5x25GnnbN/Se3B7nPFUhnzTMAe44Awq5WdnZ3D0tIKguyptdoC572tTrlBnenceYrVgwcPMHf74sc1QWsJWhO+Q4MDTqL2uTPnkedAMUvLmqwdGx11fl9dXWf1wdz19ZnAtb7aiYkxDitLwEMx7GbK1kSuNhEQAREQAREQAREQARHYjwQkaffjXdGaREAEREAEREAEROA2ECjkc/jbj34Kpx48hcGhQUfM2pCwvUO+9kravcPEbLlbW9twe9yIx2LOe55jx6z1ydpgMRO1Jny3trYwMDDA47ZM2zri9PrxX1CpYLUGZ89fwM5OHocPHXBqDS5duoKt7axDxwaQ3XVi2jm+7WNDy/auKcA07T1HjqD5wCmEHnwEqf/w7xH6hn98G8jqlCIgAiIgAiIgAiIgAiLw0gQkafUJEQEREAEREAEREAERcAisLC7iM5/5PA4dPogHH3oApVKJ/a+dCO3eIV/dv1/40/YxUZtgCtdN+dpoNHGa9Qk1JmeDoQAOHTjoVCBk2Ds7wVqCNiVsd2u1b/zeOW7nnCZq5+cXsLK6huljR5FMJpzaA0vZ2vEtHNuX6sPU1KQjlOfm57GxmXYSuiaAXTx36Pu+HwdjScTabrj5SnAwisBDX4HA170bgW95L1x+nz4BIiACIiACIiACIiACInBbCUjS3lb8OrkIiIAIiIAIiIAI7A8CJkOvXLzI2oAlJ7F6P9O0uZ2d64K2u0pH1u4mXl+sAsFeq9cb8LEqwX6v1eo4f+EiikWrKfDgxPFjjnjNMfk6MT7qHNbO43Z5EImEX/R89uQi6xFsUNghViTEWWdg28zMLLbZX2vHs9TsxPg4ent7YMPMioUiVtfWUU2nUf/XPwzw9QjPn/L6MOr3I9xkErdRhpvv3T58GOV7T6DvXV+FoW//NvhsHapG2B8fTK1CBERABERABERABN4iBCRp3yI3WpcpAiIgAiIgAiIgAi9FoNGo46nHHketAUxOTWB0bAQ7+fx1afr8yoMb3bS2wwvrEPb+bZFYqzZ47gwHf7Fn1sfU6j3svF1bWUcPhWqInbX1RgNXr17DAaZhA4HAiwwp66R5z1+4BBsq1tPTw1TtEWe/ixcvI5vLOa/beaYmxzA4OOh01drrG1eu4Oo3vhcIhZ10r4cPN/c9Hoyg1+eDz9K2/HuuUsJqIetUKAy+4ytw+Bd+Hsm7jvMVvs4KB/XZ6r8fERABERABERABERCBN5KAJO0bSVfHFgEREAEREAEREIE7hIANDfv0Jz6DgeERTB8/auoVJQ7tsq2TmLUEbediOhLWumS7FQXWTWD/49+7+3T+3v2zszsKTLdem5lBNBLF6Ogw5hcWKVUnHDFq8nWFydfR4SHE2Gm797xdhLV6zemdrVSqrDjoxdjYqCNP7ThWs2CJWhO1w0MDiCfisAFibvbX5v/x+1DwADvNBhpce5XrbnM9MbcXhwMhJHh+E7iz1Qo2GzU0SgW0m3VEKXZjx09i9P3/CmGK39DYBIKHDlIA880mdymClbi9Qz7gWqYIiIAIiIAIiIAI7HMCkrT7/AZpeSIgAiIgAiIgAiJwKwgUC3l86m8/g5P33u2kaPMUqp2hYR1B25WuLtT5exWuFh9t+73A34t0sFWKTsZwuWtnJJgfDVC2umL828O/fRSjPjRbPvbGLjrmd4znWaOYHeKQMpfLzSFjOSwuLeEgu2tD7LDtbs8bVsb3pdMZyt45x48ePDDlVBwUiyXMzM46ArdbyeBjtcHB/hQ87/tn8IT98FCu+rhSS9KmmRw2aVvgY9Tnx7g/iBAPWKLAvUpZm9/TkWtJ2xZrG1rFbV4VcCpxEPH/7YcR/OZvgIuS1xXgUYNBuKJRXq+JW+d/Eri34oOrc4iACIiACIiACIjAm4SAJO2b5EbqMkRABERABERABETg9RBYX13GF79wGsdOHMPRo4eR2cpSdtYoU9nb2izB25yjj30Cxa01OtoSCts72F7fRjlfRovCs80EK//VEboUlW5WBHjYAxuMBNE72ItoKsGkqxs+DvDyU3Lu1I4gXwsjEBkC/Sci4aCzfBPDly5dxuTkpFOF8MKaBSevS4G6sbGJublFR9T6WVswPj7GrtoYNjk0zLpo63UedHcL/s7voOfJp5AMhBFkLy1DtddrD5o81joTunmeN87Xxlm3EOH6i0zlLtSrKLWaIAVnM/HqrIfD1Px834DXiySPFuBlu4IcYhYO87i8xvvficiP/DC8HI7mHujvJG61iYAIiIAIiIAIiIAIiMBLEJCk1cdDBERABERABERABEQAl86fx9LyOoaHU5g+PIDc+qdQXHsWqG0jvbiI7EoaPkuXsj8W7QblawT+kB9tdrmagwz0DdDRsk5gZwuhgWHU+NPVqMCXTKG8ucYELesRyNnNTto6E7UNdwD9k+Pwxkbg6z2BmvcEM7oJJ2lbp7VdXl7GyMgI/Nz/hZ23drus2mB1dY37rVxvWAiHQlz/MIJBv5OoXeHrRQ4RC330I9j+4z9BmInZHj76mZqNmqzlwr0mbO14lK+WALa/I6w/8NL+2nmtHiHXamCD0jfPc9Z4Nicly81J7PKn/W37W7+tj7+HGk1MeFwI8R/P26YR/i+/CN8J67fVJgIiIAIiIAIiIAIiIAIvTkCSVp8MERABERABERABEXiLE2hQQJ575u/5Vf55RFuzyK8+i9xSGtVcgV/zbyDel4CP0jE8kIKfadUAE6N0rnA1a9h89hknNRsdn3K6Wt0+JktpPTPLa4j09TA524vK0hUEB0fgjSSd1G1tax3NYhbVGqVnk4bXF0SQw8D8PcfgifSjHnoApUYC6xvZ3SqErhbt9uPuClJK0iXK3PX1jRvSlM9Zp200EkYyyRqErS3MvvcbKVfZO0sp62bS1YRqglUIIYraPkrbqMeLwO5QMUfa2u/8aT21N84MJ1VbZuK2wJ8VnsdeC/OYdhw7plUleGhtHQHMv/18zUWxi2od/u96H0I/+RPw9PW9xT9tunwREAEREAEREAEREIEXIyBJq8+FCIiACIiACIiACLwlCdggMD7qeZTSn8f2zEewfuUc5ew2hWUbkd4YA7N1NGs1jD/yABrVGqqVGmqlImrZHRQbbvT3BFDZXOXX+V0oF+qI98RQjfbBtzHLZKwX0f5BpnFXkbr3XgpZVhksXEKl5UXfwUlWJuTh5j6+RAqNzDLTs01k83Uei/21rC8IDT6IeuwBpMtJds4OXZewVm9wo6OWx6QwXVxccnpqu1u3k9bL4w/0pRD9oX9DkbuGbQ4Ds0IGE6g2cMwkq4lYE7Ypjw+9Pi+lq4ey2gUvBWtX1Npx98raF/24kGWGSeItMiuyDqFBYTvm92PQy6PZoil3Xb0RxP7wD+E6dAhtrpuYnd5aN6/XxXO/3q3N87Z5f9q8Z00miJuXrsLL6gov08U34/ivd316vwiIgAiIgAiIgAiIwJcnIEmrT4cIiIAIiIAIiIAIvAUJtFlZ0G7mUV74VSydfQKXP38FqbjPScW62C17z3d/KzbOXcTGc+cZDY2jN9pG6PBdWPrCE2hTZO5UgB7WyAZ9FKsUjdkcs6r82aQojIfcCE6MYmd2BZtlF6IxDgFjhUHEVce1TAuHx6IYvu+4875SsYYginA3aHFZM2BJ1waP8fSTK5g63IvQyX/KIV4PO+sy+dqRtM8XtXV2yl66fNmpOHCE6J7NPGjw534OA6ub/K2NuTLTwSZo+YKTrHVErSVsO9J20h/AKOsQAnzN6gvseLbPy0raF5zzGZ6nxBTtw+GYw8XZeF0oF9H68z9EdW0DXpprP7t4g/fdh8DYaKe71ut51R22jpS2IW+8/uKv/Abq//Hf8/rsypl4bhcRJxv/oYMaZPYW/O9clywCIiACIiACInDnEJCkvXPulVYqAiIgAiIgAiIgAjeFQLuxhdLyX2Fz9hNYubCEysYW/K4W4mPDSB2dwjIHiA2Ox9AKxhHsH8bS333WkZq+RIIdsX5UXfx6PyVvmXUIIfpXBmmxU+KALVYX9ERNplJwjoyjODfLN/nZZuCFt5xn56wXPVNDWLu8htSJo2hsZlDOZtB/YAixSUpE7mvHamxtMMFbweZGCZur2xg6+XXA+HvYGhBzRKttN3pq2SVL+VkqlzAzwwSvTSHbs7X498b7fwguVjpMhaIYCoRQpjzNUgrbTzuOddM66Vr+49QU8JFiunaAKdiIVTmwDuHVjP6yFS5y/XOUx/eFwhxItpuSNZnKtabzm7jEpG1HOvOslNNDXMPQe74Rya//R/BPHYDvgfvhZu/vy22VzU2kn34aa5/6DIq/+is4SsaBSPy6kLWBbu7pA0h+5G/g4r3TJgIiIAIiIAIiIAIisD8JSNLuz/uiVYmACIiACIiACIjATSfQphisb30WC6f/ACtnzqJVrFLptdF3bAoxDgxDrYz5Zy7BS3kZj7iwxQqDHvbRomeQJbOrHNSVZd9riDUFJjWbuHQlj7unoxSYTKiuVNCT8GGLidpI2I+dYp11CH7Um23sFDwUnYzeUpCmLGG7uopeDg0rLMwyWMo6hQfuQmFxFdmdEvwBLyYfuBuBVtkRjXVKxqX5DDaWK5j4iu9GvfdtbA7wUqdaXYOja3d/cvn8mv/yygq2travs3OzbmHhx/+jY5KZUUWEwnQ0GMYIHx4maMusKMjbgwPRmC1mt+wNYeujMLZ9YkwOD1MgD7KWwBK3L7eVmGqdoaTNcuDYEX8IA3zvC99ltQiXKmU0+ULIEsi8mDpFsof3aNgXwsRwD9y9HKz2z76FlQVHHJHrbI5YbqH5xSdQ+OuP4Kn0Cpqr60w3u+H3BXBPKOJ05F7fyM/3te9E9Hd++1UndF/uOvW6CIiACIiACIiACIjAzSMgSXvzWOpIIiACIiACIiACIrBvCbRqm8jP/j5rDR5FnkPBLFPp4ZCvkVPTaFHuVeavoJIrIjRxgN+4b6O5sYxVJlnbNviKX/8v7RQxnAogTQmbSvqZqKVArTcRCrIegZKxxf0YOqVY5b84ZKzddsHH45tcrNbbyBcaTLs22E3bRM9AHzbm15Hsi8BFUTl0/BiyHAA2cGIa6ZUt1AtFTD94iNLUBy+lrbdeRJHSd54JXF/iIMLD96AYeZjVCruDvSyhukve1pHOZJDN5njOAnyP/g1m//SPMckUbY2vbdUpi6lMY5S1cXbWjoZiSFK+WhNBhVI1R1GaZ1+sbZ0ahE7VgcnbOK9lnMK1n4+X2hpcj0lX26wy4cuJXRO1s7Wqc8wYj21XU+a5d/joY0du2FK2pfxufy3TuI7pNZXM570B5JmMPV0pXq9TsOFnxyjCbZgZ74pz3nZmDfGnHofv+PF9+9nUwkRABERABERABERABPh/9fg1q+7/pxUPERABERABERABERCBNyGB2s5zWH/m13Hpc4/BxxRm34FRVHcKqFJk1tk/mxrqQa3agLteAn/An0xhc3Ed4YjP2b9SayAYcLPagOqPAtaRlxSwbVYGuNiD4AszXUth6GafqsVabSCYJT6blZKT3rTBWM7zTHjaPgx3OoI1HAng6ScW0TeYRK3BYVscKhaub6Fnepr9qpSls5dQS47g7oeneV43WhSoi1fXkM+VEBo4hcbQ17NiIcw71hmC1t3sd5O18xwolvvZn8HCs087CdqTiR6nM3eZfbFZVl/QGLwAACAASURBVBHYO6zaYCgQxkQ4igTFqInNuslcXluOCds697fneNnOddvPflYhHKDYDnbTrS/4zJikbTni2H4yJeskdNmNuzfh6qwaWKaktdRtmMd2ErDcz2RykNymKVxf2LG791S2zjNkXNiVyvaal2u1nLH53MOBIJK5DHo2115RdcKb8KOvSxIBERABERABERCBO4aAJO0dc6u0UBEQAREQAREQARF4tQTaqG5+FFc/+2tYPTNH0eqFL+BBcihByTmElafOsjqAX4f3NtGM9cFT59fvWU8wP7+F8aEwwkFKVQZjrc7A7aeUpRS0mgEXJaWvdwitzLwjFSuBAdD2Ush64IuHUdvOwxUJUnpmKRkpV2ND8FXSzu9uGw7G95vtNOlJ++qkTh//u2uoFCqIhrwYnhpEI7uFNrtgE8eY9N3Zht/dQurkCYR9TKmymmD2wjKCsX7k+74dlWbS6XrduznDtCgsr77//bjw2Bcc0RqlqL0r1uPIVROcOcrRJQ7yqqPFZLELI5S1hyIJ53Vn2JeTiG1hlmnfCvehwnWed4aRMWI7HQw5fbN7ReoKpWuB76ny+NZ5a7lXE7Z2/mF23B6gON27mZA9TWkcJ7tDfM1Jv/IEdkxrsn0pSWvHMXYVSlp6b6eaweRsheJ9p9F0hO1wfhs9G6vwRKOv9sOj/UVABERABERABERABG4hAUnaWwhbpxIBERABERABERCBW0mguPAbeO7RD6KyuoVIXxJTD59EdXkBy+x4DbvZN3vffQhQNF58/Awa+QIalSpSMX7t3vmKP8UiRWowHkP8wCTKHFBVa1GoppdoAykm2VPr2V5y2g28g5OwAVbO1/DjvWhvrcPbN4Bgc8eRsiVfP+Jt9sSaRGRatVBhijYRQTgZZy8uRa79w2OaAm5QEj/+mUsYnOhHjWu9/3v+Kc799q9j+D3fgq0nH8fx9329rQz19Co2VnMUsT6U+r6DnbIUxbtp2r2p2iY7aj/xT74NVYpTE6B+ruFENIkEk7CdYWAc5MU06lUONrPCAUvWHgrHcYDDt6zZ1faxR40i9DJlbYTXM0jJbDUFJmwtrWp9tSZirSSB+vn6ZglaXg6uVsvYYCrXjnMvO2MTvNbuZmvNNOs4x2M7Yphbt7/2LvbmJvfs+0o/O52q3l1pzXsR+8yn4X/bA6/07dpPBERABERABERABETgNhCQpL0N0HVKERABERABERABEXgjCTSKV1BdexRP/cUfoZ0vweO3YVxHsHJlDjWmVfuG+5DJ5JDwt7BddiObziOV8F/vlzVxOTA9xcqBLNzhGDYXNpAIUjLGUyitbzK+2WQ3bIKCdccxivXYMIKNbScp2wj3wltYQzPUi0C7xiQuk7S+IOUlexSsLiDIftvsNloUo00mbMMoI5AaYJrXEqm2i/2LidxAAB/6vc8hFWrh2Hvehdzpx1FLTSFUSjup0SPv+WpUmRC1tTdc7NRNfSO2K6MO1q6k7WZrm889h0//qx9A1fph+brVAfRRrA5TgibYt2vKtGn1CEy0bjJda/tEmGydZqo2xX3sdeuW5f9xdoaMLVHQTvgDzrlW2CtrA8YO8Dg9vAZLtm4y6WvDw6wWIWbVD06aFihRFGf52pgNEtszgMzWaz24V3nuANdmx7IUbJH7W8K2K29fy2emnUkj+vu/g8C3vve1vF3vEQEREAEREAEREAERuEUEJGlvEWidRgREQAREQAREQARuDYEm8td+HTvLj+Hc3z7LZGgT4T52sXL4lonQRqnEoV8eNKK9KK6tI52tcxAYqwmilImWNrUBVuyZ7Ts0gHYxAw97UfPVACJtJl6DURS2i4yV1thbm0CjWoe7WUW65MNgL99LKVkP9sJfWsNWKeCIX6eflj207t2v8CMYQT2zgJaLz0cG4N5ZgicxwFRtigFdG0Jm/QoUk3zftYsrOPf3Z3Hyq07BvTaHanIM9bmLcPcMYWh6AtHeOGq5PLa3ODxr8BTW2l+FVtMqFHZJ70nWnvvO78Ach5OZ8DQJa/UGcasfYBdtnKlae0uBwvVSnoPLKFUtVdtLmZria4eYqjWxa++1/dat0oAS1qoLitZf27RuXhcmKaNN1Bb52mK9ygaINnqZhB0gFz9ltUljGwwWtETxHklrq7UkboYCOM01DHH/Hj5M+Nr5vtzgsVfyeWpnNhD94B8g8M3f8Ep21z4iIAIiIAIiIAIiIAK3iYAk7W0Cr9OKgAiIgAiIgAiIwM0nQEE793s48+HfQm4pi2gsgGNffS98tJLbmRLWn3wK9eQwxWoNjWIFtUoNvRS01jvbbjXQN30Q2ZlFJkbZUUuZOj5Uc5ZYcqcQATtiqS6zaTa41urw9KSclGy7wBoDE5isRQh5qyh7exGpr1B49lBM8rj+EJOvbQQofi1J22a3rKeyzo7XOIJhPw+eRj08gTirD2h0+bp11rK71vprefztTAFfePQpxFMxJH01VANJxMIeVNZXMfrwQwjzGNVcDhtrWXiHHkLa/9W8lo6lvZ6otVTq9/4Azl27hK0WxTLX26kx6PycZAXBeCgKL89XY9L1Aq/Jel7tdZOncVY0nIglMOAPO4PDLOVqg8lWOHysx+oPKHPrFNzL/Nu6aHtMzPK5bR5rlQPIspSvAR47wWuz13opcr0mo19ks/PZe0zkmuB9uU7al/sMtTNrSFw8D+/E+MvtqtdFQAREQAREQAREQARuIwFJ2tsIX6cWAREQAREQAREQgZtHoI3i0p/i/Ef+b5RXmHqlFJx8x73Yufwcnj2zjaPjIYSPHEPm4mWmZ2sY7efX+M04sl7AyXhSPAb7ohS6HpS3th3BOXokRJnI4VfuCArFFhLhOrYyLjSLRTQpXxMplhVs7Tjnig2EmZatoogU+2dXUWnYMC+K1oAP2zsc+hVncpbHbjFS66+vsqd2DNHaHEsQ/PD2HIKHiVXrum3U8pS6IUSiYbYecH8uzU0BeubJGadL99gEqw2yOfgoUQvlBsJj4xg8MMoahwKWKab9B96DrPdtXH83Tss6ho98FKu/+ItO0nemlEO5m1B19HKnc9YSsMdjKQ4Ec6NMqXqOw8qsU9Zet4elYMdYfXAikkSY67JnGhSyVotgO4R2h3ZZ2naTadgNCtuDTCEHLX3LxxaF7TLTtZbANYd8imI4ZO/9MpvJXvsnaIPJXseHxNXi8LUrT7G2Ivw6jqK3ioAIiIAIiIAIiIAIvNEEJGnfaMI6vgiIgAiIgAiIgAjcAgKV9Cdx9sM/j8LcGqIDHNQ11IvsTgW+nTVExibRZAfsyuV5ilkPokGrFHDBFw5h7NQxLD11Dm1LgdabmLx3GOmr7J2lyKxQDx6/K8RkbQOb+T70RzdQdvVja2YVvqCPUrcH5XTOqSgIJHyIhprYafei17WK7WKSSVgmRsP82n6Fp2Oc12Ru0JNhJQHQ8PYg0FjFWi6JvtEReAMcvlXPYm25gPEjU/S5HCRmEV+uoVnmAfimhaurOPfkLA4+MI3GzDkcesf9jnh1syqhni+izI7aqxcziJ36LhQ8x1kXwD7c1VXMffd3sQs3yhSsHa+N80Wu2Y68W1/QTdVae+yDyX5Hwm6z0uAiE7WdfTqJW+cn33hPrAfjlNR5ymOrPkhy/2H2yIa5r1OnwIc1LVwg8xCvwTpofc61dISvCdga1xF9CUl7Mz4y7Tol9s/+OELf930343A6hgiIgAiIgAiIgAiIwBtIQJL2DYSrQ4uACIiACIiACIjArSDQqm3g/Iffj80zl5E6OIZIoAFXvYDSdhk7hQZi7IbdTFdQr7WdnlhLqPYdGMDQcBOuyhZK3gksn11Gq1pGi321vRNjyM/OUTS20H98DElvmkKS8rK9ZXW0WJmvs1rWC9/AMBqbGxSqLvgTEcRDVeQaNmxrG1uUr25mUeuhMIeK0crSUTb4MxnaQLbMHtgoKwP4tf52+AADtD7WHLSRXk2jZ3AQwVAAbVYMtNNn+aYdNPvehmaJa+P7m3xspQu4/MQFPPId78HyY1+Au8Se3N5hxOJB1Cgmr10rIjR8HPXUN2HhX34vqjs5VhnYAC6rUHChzFTrTKVwfSBXR9J2JKyfgvVeDkizgV9XClkOEqs6YtaqD7r9sPZb1OPGfUzepnzWHQtsmuQmr2ler383VWtp5AYfFuq1527pZuddm0dyc5PVFMlbemqdTAREQAREQAREQARE4NUTkKR99cz0DhEQAREQAREQARHYNwRalLHpZ38a5z/2KQT8fgweH0d2bg7h6XtQffYxZCocitWoOuuNRXwcBObD+MkRGskmMuxxnRwqw0PJms4nkZ5hgpYJz8Fj/dheyDrp2hp7aKcOMwnq9yGz40Zfjxub6y7UiiUmaROsPmDelkIwlGRFgT+PXLMPKe8StsujTv60ydpZFho4YtgbDsBbvMZKhCE20i5gu9KLaP8EU7Z+lPMZBDnMzMdEbYPW052/And1E4UK15w6yvMDlSKTsezDrTPxe/b0LJr5HaT6YmjTHIcGhzB8/CCKGxvILG0ivVnkJU7gwk98CB6u3cMkq/XAWtetpV23ahVWElR5taw02B0m1qk+cCHMfU/GOQCN+65S5i5Xyo6o7SZqLSlr+5r0nWAFwhSrCxKUyutcR5JyN85rtUFht1jLPu8z2San8C9+AMHv+HaHvTYREAEREAEREAEREIH9TUCSdn/fH61OBERABERABERABF6CQBv5hb/C03/yAbSyeRz+h2/H6vwq2quzCFLGlnsoStObFIoUkTSG9jPaH8XkASZt+U/NN4AtyszBeA6ldhJrV3dY4FpBtdHG0Ikj2Ll2xapqWU0QxOFDbazl+zEQY6q23ktJy2FgUR7UG0Y9t8OEbQn9fW3kWin0eVawlu1HrL+HfbIFuAL9TpVCpDGDZtONOjtuva0Syu5xxHsiTNhWUa8y8dvbyx7bNjK5CpLlZ1DnOkrhaSRrTNRSFpf9R7ifDTlrU9Q2UCrWsLmwzlRvACN3HUH+0kX03HXSkdTVcg3nzuSw/UczqK0VKWkpiXkxPku5Og8OE2OSd6Faul59sDdRax21J5motfc8sb3hJGL3itpu9UFH2Lowxv7ZuyIJZ78dVjM0martZUJ4wOoYDOIt3tqbi0guLsLT33+Lz6zTiYAIiIAIiIAIiIAIvBYCkrSvhZreIwIiIAIiIAIiIAL7gECrtoP10z+PSx9/lB20KST72JPaDCC/uo4AX0OiFwFKwyoHbbld/E4+E7NWgzp+yI9IuMWKAT+ytT5EsA43O1VzO3z/MiVvu4n+EweQnVkC+wWcoVOjw3XkXGMIc+hXBQnWCvjgZ+WBy+WhsK2yT7aERKyBQrsHCe8WO2l7EWL9gAt1itwoqtU6os15Du2KIeR3O9UHwdQhrsmDQm4LwXAM/mDIGdBVyW/Bl79EcdyDYCwGT2EetSalM0ZYV+DjMDGO1Gq2nN7cc0/NoGd0GClez/rCKgYOs8+WNrW2s8Pagx2UZ1tY/N3n4PVagtZGpLXZi+tzxKr9PlcuosLrtXStbV1Ry1IIDhLrQZIR3rlininZkpOy7aZou9UHXUnr4/sPMFE7FYiw3oCVChS1NRO1PFeKwveWilqycQXaSF68wJ8cyKZNBERABERABERABERg3xOQpN33t0gLFAEREAEREAEREIEvJWB9p5aiPfMXH0Bjq4iph44jl7HuVTcKpQYig324+sVn0BfzIxDwIhiPoJbPO8lYl9eFiUMc6sUeWJpRZAoRyshtViEEsbHSYoXBDkWslwO9BlFeX0GLerJ3JEif6kOt5YHPx8FaWy2Ee8I8mJvP+RBqFuHzFFCkWI270yi6JykmK5SxLZRLQLKHKdYyB495BxFprVK49iExMslqgyZKuTyS/X1MzjbRqFIub55HuRmCOz6IQHHeEbeZ6jCi0TBaTNE6T1B8NkolXLm8gcrWFsJBD8buPYn8tQvsox1Di/K1Xmvh9OPbyP/xZbSKLYdNhUO7AvwZ4rWYOK1TpJqobfKgTi/tbvWB/U4FjWGK44OhOJ7OpR3p2t2nU41g89es1IHKlz+TXhY78OdYIIwJsrShYetN1jNwzaOUvdZ3a/u9oZt10bLKIfy7v4ngu9/tDGvTJgIiIAIiIAIiIAIisP8JSNLu/3ukFYqACIiACIiACIjAlxBoFJdx7RP/DitPX0A/06M0pKgtXHaka2BkCtkrV5g4Zb9qgNFZerrEgUEKRC+255aYNAXFagv+mBfDAz54QzFksm30+LOohsZQXFhkgpadpqOjHNblQrAnjrWLVzA2FkCuFkYiWGVXbRwNVhC4LKFLOel2BnGVUPWwV7a2iWZ4FJ42O22bXsSiIbS2LqDlDqIZ6AUnecGdPIRw1IfC9hbivX08hA+5HHtkt2bYPZuHu/cQguVZFGpB9tIG0TeYctKz3lCQSdUWCmlKZV5Yg7UHW9sV9I4Nspv3OWRzZYzdfRSRZByldAbbmwUUdsI4+9OfdgaU2XAvqyQYICerPeAVcNhZDUs19s6SsiVqrwvY3bTtIfJJULKeYcLXxK29fkPmWrq287elbye4b8zLIWX8PcSUcJTniPC8eUskc58g/47yBrxhspb31TU2ish//3X4p6f1X44IiIAIiIAIiIAIiMAdQkCS9g65UVqmCIiACIiACIiACOwlsHn2v+HSR38ffg9FK4eFldY3UAr0oLK2jO2NHOpNF0b7TUSaQATTsPS37H/tGehHbn6RwrPBftg2/BSl/X386n8ohVKJvbFMwyI6jMLiEtqpYYQCLVTYA+uh2Ay2NtHw9zGlmuUwqhBqlK5uJlpDfiZgaxSPjTz7a2OUw0Ak5Ea5xlQn6xB6WXtQWr2IgqsPsUCdsjaCYG8/5WmR9Qse9PT1oFZir+3GNUrXJkBB683Po1qpcdrZAfhZVWAJWhs8trW2AbYTIEDx2aZwbfManNqC2S1HPh97+B60S0XWL9TQ8gVZ2TCD8+dzKP71Bnbmt1ChVC4wvTvC14ydU1dAPulqFelmbbfuoCNendSs83DhWCSGBtcwTxl9XdQ6CdrOPp1EbWdfPzslIjx2L8XukC/gyNom+VmCN2UdtbuS9w35RBdK8P3A/4jQv/5+eCcm3pBT6KAiIAIiIAIiIAIiIAI3n4Ak7c1nqiOKgAiIgAiIgAiIwBtHgGKyVljA5Uf/LdOyCxi55whya6toVTgMzNVEvuZBo1BEkn2xoJCMDvejksmizbSo9QQ0mFjtnxpnjcE6miYz+WyF8nF4JMzuWUpevjfoKaPlTaFMceniV/29rgZ8rEhIL22irz+EhoviMehHrVpjMpZdsq0iLW6Ix9tCw5eAjz20Pr+XvawBBFw1hJIJ5JYW4E2OoJ5ZhK9vEk0mV01pthoNxPsHUFm5iCqlris+BH+Vwrlsna4RpPo5TMzUJwehrc8uIhaJ8Cv8Llblck0hnpMVCbVCAdlsmVUN26x3sGM24aMJLXuiiIW9ztCyrbQXFz7wBJpksk5BHeTZYxSpSW+AQ8VMm7adIWJWh9Dppd1NyDqrZFiYqeQDkSiHjTWQ4XA153U+bzI2zIdJ2Cp7aDsDxnbTuEzNWsXBKIeK2WAx23+b5x6mvDWB+0YUH7TzWfj/r59D6Ju/CV5WSGgTAREQAREQAREQARG4MwhI0t4Z90mrFAEREAEREAEREAGHQC2/iMyl38bsZz7M5GoLHj+/Vs9BXLUah1+lBrBxdRGpBAUgjWAgEUPvUABtXxQV1gAU19aYcqWodTPlOcEhXI06yul1Vhs00aS8jUcpeMP9qGc3EWPFQT7Pr+hTtvoicSfJGqAEbhQyqLvDCKCEemiALQttClfWGrCX1lvNAOFeFDmoLJ5KsvvWizbf586toBAcRdTDclpK0VAigWKu4LTABsIheCpbyG1muP4xViVkUd9hKjY+jnCEKpUCtE75uTm3wl7bONOzVLZMpgaTMSZmt5nU9SKf4VoojCvlOoUs1Wc5hyprGpKJMJqUrmaiV1YryHwujcxjayhTnOasfoA8LVEb5PG8BNawftqK9dN2B4jtScqaqHU6asPYqpZZ9UAe/DvOpKwNCjNpa1UJTbKstplS5v5WeWC1BlarYKPKxvne6VAY2xS91m874Pezv/cmDxXL78DzYz+CyL/45/AOD+m/GhEQAREQAREQAREQgTuEgCTtHXKjtEwREAEREAEREAERaLfYv3rh17B58eNIX1igv3Q7EjKbr6I34YG/fwQwwUkraSnN2Fg/PNVNp+/AHYgwRduL8sKsk0StNpig9YVx8PgE8lcuOlJxu9jG0GAA7oHDqC1fhjvRj8Z2Bq4EZay7CT/TrBUOH3MzFWo/XRSyIS/TtuEEhSRdb5FJWncIkRilMAWyu5pHvh5CID+HyKGTKM9fQnzyKAp5ds8y0dqmWHbx6//l1RkER4+inZllIhUoteIYHE7B5Q9Q5m6jvFN2hoY1KDfd4YhzfY3MHOUrV+1j7QKHjDVYjdDkOS/PME1LSR2PUZ5SELfZY2tit8KkcaHgx+kPPM6aAw9WeCxbc4QCdYhDvtz2D6EVKVlXnJRvt+7ghqi1/Z06g90IbIJdvJ1uWkvd2isUtUzleihwqzxOmeuz97h5jm4HbYxS9u5oDIO8tu16HRmu4yCHk9mQsZuysaPX85XvQOT/+N/hPXL4phxSBxEBERABERABERABEXjjCUjSvvGMdQYREAEREAEREAERuCkE2hzmNfOJf4H1q+toM63q9phapBylqM3sVFGptzA1HKEobKNVrWDkXe/A+nNPIRFlopX7BYYOoradZXp2lbbRzdQpHWdPLxLxEIeDJbB87gplqA0K60Nuu8SBXjEEo1GsXp1HZIjJ21YN2Y0skkkKUH79P8Skbs0qEfxRuJkebfCr9i3K4BZNa4CitlXMIZzqw87sZQR4ntJ2Dr7BKbgob61UwBuKwtOqOMI3yIFg9cwyMkU/Ju47ARc7ZU3gXnziHCYmB9lGwNQw6wbcTPzWt9eYtqU85j877QQGJkaxfXWGHIALl9OYGouznsF6bCloKW5N1lr/brbkxlM//aQjabcoUOvWE0u5Osw0rJc9spZ8NQ1rvbM1J+d7o5PWumcd4bo7OMy6ZY2pM2iMLJ3hYU6a1n7nb1Z/wKRylVfaea4jYe21CM91jNd+gHJ4h+J9g7J2goPMrLv2dW+E4GLvcPT/+x34jmtw2OvmqQOIgAiIgAiIgAiIwC0iIEl7i0DrNCIgAiIgAiIgAiLwegmUty7g8t/8G+wsbFIqWjrTpF9nMJj1zzp/8wmv34P+u46gMHcFPqZhK20PKuuLiAS98DCJ6gnFUF6acSRojWIXsT74YzH2zPqQW13jV/NrCI+MobSZ5tCuNnzJfpTLNXjZS+sLRVBlRUKdQ8N87KptU8r6fXze40K+WIfb50NvbwQF1hnUKEijYR/SmQqChUXKw8MIBDhEy+KyFKg+vm9nfZNSuAeltRW0Qj0YODSJ9NwSwvEIcukcejnszHprfb29qK4toFlmjy4Fa7ERQJKDsdo7m7z0FisRAqx0yPPYu8PEKEktRWvCmL+a40WhytqE5wqY/9CMU1Fg3bSmRXsoTVPsiDXNarUHTerX+d3ag4623ZWzu6K2z+Nz9nGELY9jotZJy+5K2K6odZpuee4y+4DZvnA9cWvVB0coaQ+z+iCyO1TM6hOsTsEk7uvd2qxj8P+f/wnR/+GfO9UQ2kRABERABERABERABPY/AUna/X+PtEIREAEREAEREAERoJhsIHfld3HmT/8bhWhXCJoFZGUABal7V9pajYB1wW6zAmEg1RlO5QkG4Umk0Kgx7ZqhhA2HEerrpxBsMJWaRsWTQJtf3bcErp9J1ezaOvzNMnwDo9icWcTAcBJNdskGKHg5lgvlYhleSk0TnR6rVuDaApS8YCK1Xq4gNTaIzWuzPCZFbpCDuViTYEPHhiaHUdjcRKPJFC6HiW2dfw7hycOoM9nrZqVChIneOtdYzO4g1ptwkrepkQE06lUUl5dQr1TQivQiyJSuj6neSmbDkb2FCoUpaw9crBiwagMnPcufNlTMEr9cqFOjUOMAsepWE4//0nPwU8w2KVY3mU72kdEQrz9IhiZbu/20i6w9qNkgMEfS3hgmNkYWBV5zt4fWqTzoPnZF6/VErfG3JK1VIFAul6yygSLdUrs+ni9B4WuCeICPBPt3rR/3dRcfGINSAcmVOefeaxMBERABERABERABEdj/BCRp9/890gpFQAREQAREQAREAM16CVf++r3IXtraHUbFhCe/0j9wdBL59Q3Udgq7z1MqOl+9BzL5OntkmZ6l1I0GKR8pUtuRHpQ31jk0rMznPYiOjqCwxS5Zl58zvfiVe3a/2nuLuR00ttLoP34M67Mr6O2LYTtT4ECwKELxGKoUtY1KHblsESVWL3g5BMtSm1YBYO9vVKoIxSKIJ4OO0O0/dhCZa/OsJGAVA5O9rVIWnt5hlBauIdA3wORslJ2zHGpGEcuFIbO0gckTvLalRdRZh1BzBxDsH+JgsTz/3mHNAqsEaty/RdlJsWxJ3m5C19KzLaZo+w5PcG1F5NfSPKfVH3B/Cuy/+7EnKU4pMglqg2LXpKjlaEcpai2hbFLVHjZkLdusIc3agk6atiNqo9zH53TQ3kjHvrDu4IXSttNL2xkmVqEYblAuO8PF9lQl2A4maocCAaZ7vejhWkOUya9la++UEP3YnyPw9odey9v1HhEQAREQAREQAREQgVtMQJL2FgPX6URABERABERABETgtRAorH0esx//SRRXOBjM+UZ8G7GRESSDa1hdtK/dM0HLVKs/EkTTemL5t202j8pqCGrMi4a87F3l84nxEeSrlrYsormTQzAZR4KJ1ZkzVzF64igHknlQL1U4g2ybtrbgvJbfqWBoNE4pSzmay2Fru4xCzYWHrwHEXwAAIABJREFUvvIoQmEqTqZVeUTWCrBXgJsJ0Tqnkz3+d1d43hZ6Y16Ee5No+0NIsMLA5G49k4Y7NYiQ34Qo10qZW6YwrlL+Do4PIH3xEhqUq7lWEAcP9iI7u4iW1RFw52rbxzRsmxUNTMQyOWun9VLW1gplR9ZazUAk3MSBr3g7nv34aTQ5pMwqD1w+D7ZXWnjml58CK3mR5Zo7XbNAn4vdvezbrXAfU7BhJn7DNVBIF7DJ5OxeUdtjQtpStruDwyxN66SWd6sP7PlOX+2NwWLOgDHePPvH6/TWtpCnALZEsnOvnCMACXKw3lyTxHaeg+yrtR7b7vCxV/T5IRDX134lEr/+qxz0FnhFb9FOIiACIiACIiACIiACt4+AJO3tY68zi4AIiIAIiIAIiMArImAyMDf3ITz3wZ9F39gwYmMDyF6b4XtbCPvKyGw0WFPAr9RTWtbcIYzce4JDvSJYf+IJtGsVR96arN2hrN3Ku9DLWoE2v3pvtQGxIwex8vQFhEM+TD58Dy4/cQE9fb0UvRWnKmD85BT+9oOfxclHjqOwuEwxy2Oxl/aeByacMlxHTppk3K1SdeoG+KAiZHfuGkKpJDtlW1iay+DKhRUcP9aHMo8RtqFjHspHT4OvU6BaR+xiBscfOUlBXMTGuYuoBpOYOjaK5SdOw82Ua7rQRJhCOBlnatfOQVlra4yODPE8PVh59jyaRa6bMtZSuXTNSAzGEGBtw8blJVYyRLC1zIoEHuvTP/MYf3qxQUlaTgTx+IMjuOynkSU3J/LqxF6dkl929sbxY7/2FCo8drf6wIokYntErdNduytk94ravYlap792t8f2usTl336+udyqM2FrgrvDM8m+YKtDsHWYrA3x56lwzBHKxrqjhF96a6/NI7G+Bi/7fLWJgAiIgAiIgAiIgAjsbwKStPv7/mh1IiACIiACIiACIsCqgzLmP/0/YfOp00ikPIj1uClco3C3q2jX2c1a9/L3Tjdskz9NUBbKDfapBjB6cJgdsSlniBjLXUmziXzFi8WVMmJM3YZ9bUT6+tDkEKviypoja6P9UaRXCoil4vBHo3SVTTCIipmz87j7oQNIcDCY27pTzYI6PvOGMDRBa1v64gyrBvIYvPuY04Xb5oAyG+q1OJdGIVvA0YfuQjG97YjWbJodtDYgrFRCmT20BU7Zmjx5GDszs6hwYNnSZhkHDvYxcWsC0ySlm4PO4gj09GLt8hxWlzJIRqyCgFlUS6qyKsC2KpOwPZEGvKxJKG9uMxFbQblE9zqewrs/dhV1im1s8QnnmPbgv0zSMpF7fSLb7msh1ir8k9kdDHxyzhG19nSM6VY7kwnX7iG6UrZTY9DJxnakbSdB203eWqJ2b6dtJ81rezOBzAqGEu+j9dX6jLE9S672aop1CMPs/k1QML+spq03EPrZ/xWh7/te/VckAiIgAiIgAiIgAiKwzwlI0u7zG6TliYAIiIAIiIAIiID10Z7/0DejMrfNOgMfIpzRVat6EI56kd2qI3bgGFyNEkqLs4TFjtWuvXO1cOFKgTUF/Zi4bxqeehbV9AaCQ6NM2HIYF4Xo8kKRQ7jqSI4NoR1LUOYuYPjkEWywEzbgo/ylBPazp3Zjfg2Dh4fQP9rDjlnruaU8vH6i3XtkktNkIp+/9rEvOCHU0a94AA32xzY5tMsStXX+fvncMlIxDiLjcLAaqw0aFI8pdt5unL+KHCsUjj44jbVnzjlDxOocCDbJqoNAbwq5+UUEkknWMyQ53GwLc+dmecwGBlOWDLYeWmaLmcodvOsgBbIb9ZYfO9cuULxOwJ2dR8ufwPZ6AcGRJL72Y1eYOqZQLlFc27qdUlk+oqwGiIQ6Grb7nF0er+XwZD++6Wc+DU+pU30Q4P5xG0C2W3tgz9lbbPRXV9a6nH7brqC117vi9sY+Tg2CczoTt7s/eczteh297PrtmOnO1u38vS8YQdTuwctswR95P8I//MMvt5teFwEREAEREAEREAERuM0EJGlv8w3Q6UVABERABERABETg5Qg0K6wK+NC3orhWRs/EAErlNvz1Dayv+FCm/OxPVFBtuBEO8uv0liS1ftpd52iitEARWa600fTFMDQ56Az4oivlt/iDKJcryG/l2E9bYQ8qxWN/PwqZHKJWicAUZ4VCssVO1mYwhKPHRzhcjL22Pp8jYl+45ZiIjSQjKG1sYfvSNTTLZYx/zTspT5vshLVaAw7uqnEtxSpmr6yjr4+JXBpnL8sRLF0bprR1Nxsorq6i5uXAsUQP+npD7K8tUUhzPbUaNlYyaPC4jWoNSYpeE5s2JMwRtGwLsF5cD/cN2aC0VhUff7SOB97uRv9ED6qtMNLzG/BRxP7LcxnMLmzSqBJQV8Z2ZSivAUGTo7zC6yBdrJAI4h+Rw+Gf/OT1ftqIpXq/JElrTndXzjop2q6o7aZuO3219vyN2oMXSFp7bff0L+RsopZ3AFMUuClWN9R54VUmb03aWpp47+Z539cj9p9/gX2/TAdrEwEREAEREAEREAER2LcEJGn37a3RwkRABERABERABESgQ2B75q+w9Nn/jHI6h0iEHay9YSyn/bj87Dbue2SA3aVltDgszM06AxO0JmZt6/jFTrLVqSegkNwq8IVICtFYGJ5QEKWtLIJMynppaLfTJbQLWwjHIyg2PEhQ4oJiNJ0pYPq+SYo+SkBWAdhxXmxbXcnBxw7c0tw82jYQi/Kw5+Q06xSSlKqUtJSpVn1gydp8tozt7QJ6B3tQqbWZ5q1ih3IYwTD84TB6+uMosy6BuWAmU1uUyQ2U0mnEQ52BXQ3KaZs2ZnUJjqCluXQkrQ0g43V52T87eXQYz332PAVwDVN3jSIaauPS6VVE+6K4TNn6gx85w17aTmXDbtHrbhctr68nuvtaN1HLXQh26sQA3n5tB6P/5fNwcUCZ1R30sF6BrboOEqe24Hoi1iRsJz27t/qgW3vwvO7a3fd1XutUJNzosH3x/xKsq9aW3hnVxsAw7/EBX9DpynX8Mu9d8Kd+FOEf/MFOt642ERABERABERABERCBfUtAknbf3hotTAREQAREQAREQAQ6BNbP/FcsfO4PnfRktsxOWhe7XqeGcPayC4eHM9yjhp1sq9PZ2pk1tesddwUtBZ1JWkuNsh0A65slVhgkEOkfoNVsUfJyGFggiEYhj/jwoJNWLZfrSPnruDSXxyPvOgwP5awv4GOK1qTm3hRt5wv4DdYMZGeWUFpY4nkoCa35gK9YpcHA3dOdygPu06h0JG2didr11R2E/S3kmwGK2QBrGVKoFooo5fJMrcZRzGw5vbObV+dRzO4gmaBY5rWY/G1TkDoDyvYKWhskxnPWOUzM7W5g/OAgu3QDSA2eRC79DIr5InJb7KqtVBG7ZxJf8RfPOP22zmLZ34pC9UZ61q4zxV4JJzF8Q9R6A1489A+P4MSHL2HgV55kOpfJXe7Rx8qGqtUe8Hd7OALWeWcn3dyRtLudtM5rN363/tpOVcINMevIXduHv3SGjb2y/xrs+hNklKA47h8exvDf/g08/X2v7M3aSwREQAREQAREQARE4LYRkKS9beh1YhEQAREQAREQARF4ZQS2L/5XXPnw7yAc8SCYYG9sM4bS2gpW1ho4dlcv2pSs3koWLhse5vhEqrrdugOrNnBT2rkoaF3sT3UGazldppSd/PdmpuqIW5fPj1hvkl/dr8PDlKmLPbUzVzZx/L4ppmc5IIuS1hukpN0dZOWsnMOrLFVb2MwiP7uI6tYWj2/SsztMjNKSX8kfefh+ytmaI3Ib1kHLVG2DKc8af64vpzHEjlgaYIrSOmqUpZWWl6nhDAr5CqJhP0KsWLCEbNtqDXYjs/aTl3s9QdtJ0Zq4tefcHH7GY5JDkz24zZ0iAkzserhPg39vzG1h6quP4Z4/ON1JodqaDUmaMeNO9JV/8NFPSWusumWzu7UIQ8MJHLprECf+7Dwmf+sZSm7WR9hiHKrdXlk7ZGeg2PW6A0fOco/dpGynt9Z55kaHrbN/pw6hK27tdycb+ypErdMNXC3i7h//CUz+yP+iuoNX9p+a9hIBERABERABERCB20ZAkva2odeJRUAEREAEREAERODlCbQZFU0/+5+w8Kk/gzschR8lBEJeLG8E4OOAq/5oEVUOAXNTblrq0gStU0tqAvC6nDVBa6LWJC2loCNrO387yVS+oVZvs+uWNQQFHofnjMd9qLl4/MEkBZ+LDtXvSFo7pm02BCx9bRGN3DbqxXLn6/UUtiZtnd+5X459tj5q0ImvfMhRwpakrXclLTtl65S0W1tF+N11nrvBhKt1yzYRi1IGm5jk9VhqtskuW/vZekGC1iSzydmuoG21bH/7mzUEIR9GDiQof0P45J8t4Z1fPw5vu4jllSoK63mMvvMAfo7VB3+0mO300tqiWb/gbAbQxweHmXWStnyu21vrVEe48MAjUwgzsXv8955B/59fJO5Oh+z1BOyX/N4Vsd3U7I3BYTeStDcStZ0k7p6BYvzb+ypE7fVPVqWCA9/9nTj+Uz8F78jwy3/gtIcIiIAIiIAIiIAIiMBtISBJe1uw66QiIAIiIAIiIAIi8MoItJo1zH3ih5C7cBrR4RQlqh+V7DauXSph4rAXqVQYrkAI3tJmJ0lrTtEErH2FnjLR+X1XyFrlgfWcuvjVfJOtJmvNKtpQKcttOgKXSdkyZWkll0XTG0WC3axuP4djWdUBH11Ja4PAlr74LNr1iiN6TXSaoHX6ah3BSFE6ddhJuvYPJSh1maJlZLe+W3dgidq6ddPmykzpupzEq7fd6KRhWWVga+lUJHTEbff5llNz0EnQOj93E7QmaJ2U7e5z3nAIyeEogr42/uA3VvCe9/VwGFqQFbtuLF5Yx9hDo/jcSgH/7jyHh3m5ZjtQrmSGtvN3T7gjaM0Em30lA8aId7skXBgYjOLQ9AAiOzVMfPQqhj94Fu4qG3SdFOyNRK353eup2N36ghvJ2V1R+7wk7d5KhG4Kt9tz2zm2U6LwClO1tne7XsPQ9FHc83v/HcGjRztpZ20iIAIiIAIiIAIiIAL7ioAk7b66HVqMCIiACIiACIiACDyfQLNRxdWPfA+KVy/BF2Oa1RNB1RPFpSdm0QzEcN8DQ0zRZuAq5ylQKTcdOWuS1qSr2UKrO+hUHHQkrb3ekbRO8tX2C8fZA1BzvvXvNhHJ59dXsojEYkzQep0eWh9TtN7nSdo6lv7+Kesg6CRz+R6PnZeC0zmHdakmkuidPgwXawwsRdukpO3IWcpaCliTsPZoW/8r6w8aHH7WduoMeB2hMOo7HBy2K2mdIWEUtI6UJaLukDDbv9OAYCnarsDluVmRcPShgyjUfPitn3kKD39NAFPjPfDHgrj02DJGHxzG+e0KvvdZSlomhVGuASU+zH5aijbC+gWu9XpvRB+lrdd3vfDXwwqI+06NIcjErpvX88CPfgrRS+u7Q8J2e2l36w660tburHe3d/b5NQe7KVy7J9ynU4Nwo7f2Rqr2RpWC3d9Xs7XJftrVwJGZWbhTva/mrdpXBERABERABERABETgFhCQpL0FkHUKERABERABERABEXitBEzSXvrLb0djcRGluhuxSBvBiB/pbITDwkoYHaqjUm0hGnzBkLDdr+d3ZGxH0DopWCdByy/Om6Dd/Xu76EFPjF+n99nzVoXgxexcBv29UT7H91FIWt2BCVtL2tpmknXh80/DZ5LW5CxNpHMOk7TOOfizl4PAOPBr+J5jsOStCVdnaNiunLWfzVoTZQrEADpdtR3R2sbqah0DA/7r4taRsbtDwroJWovS7hW0ewVuk3/Ekh709Ufxmx9Yxvf/1HGur4Wl2Qy21moYYZfvQrGG7zzDSWKWnG2ymLfOEwQpqXMVgDKXMVynd9eJr3bKfm8MFuPfgwMRHDo64Ajx8E4Fp/7towisFjvVB9Y7a8KVArk7SMy47e2fddLMuylaO0Yncbu3n7bzXLej1vZ1lsGfnSXxX2asbXsFzrZFzsf+wTtx+Bd+Ht4jlOdK1L7W/yz1PhEQAREQAREQARG46QQkaW86Uh1QBERABERABERABG4eAZO0F//iW9FeW0PqwDBmZphCrZfgDk6hkD6DkbFR+H0V+KrbHYFnknW3cqBbddAVtI6AdZmw7VYgUMryTfOLFUxMRjkgzAaBUUrSMJ45s4apsSRTtEzS8qv+Tietk6rl69xsCNjqmWtobaedYWJ2rk6StnN+S91WqV7dTNMOjPZQxlLC1juSdq+oNUmbzRUQC7kY5m1drzVYW60iyHqCsKfKqoQbFQd7E7SdRG2n5qA7RMwRuHStbl7L4YcOoZwv4//5kS/g2/7DcQSsssEdwOWnljB2sgerlMLffna7I2m7AtbYWao26GeitlMH4Wx7Omkd0Ls9tZPjSYwzoWtjw+KZEu770Y/DxxoFk7NeGtQ6ler6PcMoJ4IIMJk7/Ow6kuwQdnlYMWHMdoeHdQeMdeaWPT9Ra0PDnOTtrqC103t5jV62M1RCbpRCHh6TT3T8uSNuXRTirip/5+1qBTq9uia/TWwPVYo49bnPwv+2B2/eB1VHEgEREAEREAEREAEReF0EJGlfFz69WQREQAREQAREQATeWALNukna96KxsoYKZWWqL8gBXn5kmqewfv4xTE20US1XnWFb3RRrp5PWjJ51xFqC1sTp7s/d6gOXU4PA3leXDyuz2xg/3As/xabtZ++7cG4dw/1hJ13r5sNStCZpvX6Tix1xmV1Nsyv3SkfOdjtpTXiaUOSPzWoAJx6ZRpNDzSwl22q2nBRt09K0TNZ2krQN5EsVRDwcKsbhZW3uY9I1k2k4HtSSwyZd9w4J6yZo2xzctVfQOgLXBodx5yaPk0h5kOLgs996/+P4nl/+OoRCVaSX01i8WsbIdJSStobvuFTcI2l3E7MWUzWhacLWLqQTX73eR7tX3Hq4byoZwqEj/U7ite9yGlO/9DiuHIzj2f+fvfMAk6ystvaqrtw555npyTnBkIYkOWeVoCAmBBUVrxlz9uJFBeEqQcELSI6SMwwMaYDJMz2pc45V1ZXDv/Z3qrqrewYHvPzYevfxabq76tQ533lPtQ/Py6q12YnrdyQRlfWIjOXC3LyS4qgNR+30YcnrnZTaFN9ZCVq5b1ZydryodZBNTiIHG5gAHmbqudmTwOtFTsTZ48uH8ZG+HDT0xdFfaEd/ThRdrHvYkudAFbnv77PhoG0hFPiZFmb/bw4Twsdv34KcQg5G000JKAEloASUgBJQAkpgUhBQSTspboMuQgkoASWgBJSAElACeyYgknbrQ2fB1tMBR2kFfMNJhPq64ChbjJG+TSguL0NhiQf2cF+6h9aqN7A6aa3hYKOC1nTVjtUfyPND/hj62oYxa3ENk7QUsKbuIAdNuwZA75uWtKw7oMC1G0lrpWnl+L7uAQxu2Gyld2UAmRG1lLx8LsbKhKol89kWIAnZMUmb+TkuyVr5okRMmPTqCH9OWNKVplWuU2Sv1yWPjR8SZtUdsINWhoylpWy2oJXnHV4Xpi1tQHSoBzf9qBGf++V+iIZ96KfI7NwxjLoF+WhhB+35TYybjqszkJ4CS3AbS5zpft1Tknb0+RSqmPqdNbeau6eQGArjrZd3IhySTltusiDzPf0Pfndy3XMDMRy6ZQhztw4yBDvW52skrThiyukI78n2mQXYVOrEpmonunmhnH1mpWIlrsueXlB2y/5eHj7AtPDoZLWsc9fxfEUJB6ZT1FbU1ODPt6/WPzkloASUgBJQAkpACSiBSURAJe0kuhm6FCWgBJSAElACSkAJTCQgdQfbHjkP8ZYdiNtd8Hg40MrlRVfLCBLOXFTl+WgkY/AyXWsSren0rJVmTQvZrO9mkFhaxMr37q4RDHYMYO5+M6zOWemr5T7trd1GEkqVgZ2DtBxOVgWwm1a+O/hdBoQN7GhHoKk5qz5BJK0xl0gUlqJuXoOVojV9tJSt0kkrwla+OEzMPC6CscCLcN+QqURIim2leAxy4FeMr/XSZo5WHEgHrZGzkpidUIGQlrWZvtoY+2VnzCuAl2nRG37ZhA9fMhWunATlrR3rV3VjyiIvNvliuLiD6VIjZbNStOkU8vgOWrmsTDet3KUJHbVc5MzqAlSz+kAEdmA4hA3PNLIWQooQ0ltG0sq55KLStQW1XMKSXQHUdwXYvGD1zPp5r9cuLkWXK47uTFWBHEYOR/ENsoJUHGQE8KiQFVvL9wiTxEYKjwritCgmt4P22x8vf+9u/WNTAkpACSgBJaAElIASmEQEVNJOopuhS1ECSkAJKAEloASUwEQCiXgUzc9+AZHtr8Ifc8NFS+dhD+n6DQlMn03hanOgevFcRNu3W2nWjJC1CmrTSdqMsBUBmyVu+XwHU7TDrf2YtnwG6wFymaS19uneuhVx5BvpaqeQdTKhKXUKdiY7RdyKAex4eQ34L5NG0orQtAaRyegroHjBPLjyPBSxCQpaVh2wj1bqDiQ9KxUHcUpU8zMrHOw5MQQ5rCtFcSnyVfoKAhHpvk3CabMey+6flV+yh4SNS9OmnyuqKUZJfTlSfdtwz51xnPmxcnjz7GjaMYiBziSq59rxNOtofz4oBbZZktb8nE7RZsRtJjE7sfYg+3GRoYEwFi+pRWFpnmHg81HUPrnVpINHN/lRErABKYw1GK1hZaY0Nr3XHpK35hk5jpv7+fla+TlbwmZOIGBkY5LYpGx3O1YCnz75XNzw2Sv0j00JKAEloASUgBJQAkpgEhFQSTuJboYuRQkoASWgBJSAElACEwkkEzG0r/oGgo0voGzfA/HKA2tRVRDE2g1AZY0N9XNqYYsFUFLAEVUmScvkqxkcNpaqtQaIWQnaTE9t5vf2lkEMNfehZsFUVEkK1Awec6BryybEbIX8GH7SvE7Ss3YO0pI0rZ09qtJB2/H8arOvkbTSpWpqA6RSIYWC+RzUxXSviNkEhax8Sd9sjAlaGRYm4laqDlION9fvp6QN8XmpLzAxWfpOWbONc6/+nqRlYtdI3XRwNCNv+b2wMh9TZ5Vj85ZBrFs1iCOOYf+qM4GapUvx4s2rULvIhXsH7bh2iDHW3SRtlrQdFbHiUff0uNXPa8V7U6jPY83CAtYepB9a8/hmhP1h67VmH5GtFMNhnld+yYjZAqZfKbLHp1/NgcfL2yAFrUnbvoOkTa/D9OnKkDfDM30S81wC3znnEvzs3Mv1j00JKAEloASUgBJQAkpgEhFQSTuJboYuRQkoASWgBJSAElACEwlI9+hw49XofO7PGBimZKzNRZLp2b5+N5zOFCqLAxgasaGwwJUeEpbppLUkbXYvrSVgJVUrYlWErQ3tLUPo3dqFKsreaQsofE2HbQ56u4cR9Q0jyV7VHCZnZXiY1B6IoLWzl3akvQsjre1W9y3lrNV1K985zIv7lC+ab+SiVBxYVQcUs0bYSqpWhoTxOxO17nw3hnqH+NF9CltK2iQFrSO/EKFBP6+TbtM8Jp5xbEiYqTRIfxlBa3ndcQPGpGVg9ixgyvLFeOK2TaifkYeyCg/6en1obQyhYlYM524DBgs8XCYPkBkQlp2W3WOSVhaVFrbZnbWZtOxwkBLdjRkrptGTikROYu3z2xHs5YAyY275JUPImLod3cxr+aRbksi8L5ljGbealrGyFg5YM89lhK9I8dL08C8Kb74RRmWxOY+cj9IY0XS61oCL4p7vXIMzDzxT/9iUgBJQAkpACSgBJaAEJhEBlbST6GboUpSAElACSkAJKAElsCcCPet+A9/6+xFjArWtNYTqCgdyKQI72jgMqiYXeV7WAuREKQUzEtZKzIowtfpn08PDmHo1SVqRrmmB20952PJWM5z5Hiw6fCFcHg4PM8/ZsGvtFjjc+YiPjJgBYjbpp2XlAYOy8O/YQd8XHUt5ihOUqgN6xqCXfbRz6k0qNpmwUrRJ1hqkmCCVmgORttI/K0LSxo/vBzrYOyBVByboycFbDgpnJoglJZuge5w4JCzTOysi0lSvintkODUTGk1S6JZWuFE5sxJtm9owo6EISV7XUN8wevrsCA1H4CwN4aNb47BX5yMiMtMIWZGkciHZidksKWv2ST+fLWiNS82kZLmgzmHk5row74AGeHmf4lzkzo1d6G3ssW4vZTeGgmmLmp2UlXXwS4Z/7SZquV+IvDObSFgx0+zzRXGe9WjPMPeRYWUT0rOSqGUC2sjaWBD3/vx2nLH0SP1jUwJKQAkoASWgBJSAEphEBFTSTqKboUtRAkpACSgBJaAElMCeCLS//UeEt92D5MgQZWox4kzSDo8UoL0pgFm1Pn5KPoGyMq/pjM1JC1mTcDXp1rS4NV2zmZ8taSvPp2gd1z2zkancHEzddw5Kqyg0pQOW0rR9exvrBihLU6wtCEdMwlb6aGW4l7+5CU6eV5K+ox/ZFz1IeVkwZy6cTNtKctbUHVDKStxVXheXflqTrk0iv6IIfbvakRKJK7KV5zXrku5bdtH6AkkmacV/poeEmX2yZWz6d3ls9HERxTbkFbtQXR6Hs2QKXLn5aNm2A1MaKtHS2I2h/gi6HWF8uZXP5zkRKfYimRGwu/XRThCz2enaTDTWCFO5c2kWg0y0+siL1zX38Jkoqy7kfbGhY1c/drzWbN3iMIWrCbhmqgjSd154yjkola2IMB+XxKwkb7OHhMnuInIpg1GWTtNK0rbXbx1oXBdt+ncOhkO4Fy9fsxoHzViqf2xKQAkoASWgBJSAElACk4iAStpJdDN0KUpACSgBJaAElIAS2BMBX8c6+N76GgZa+jASpIDMZVMrBemOnTmYP88GT9U0zpMaYX9swpKcJkWbrjvg76Np2kyCVh6Tj9VLqpbidcNL28yArrzyYtSzm1YSr5JotdEQbl23C0X5OYiGrN8lhSs/hXp74QilhaBxgJZsTNqdyGuYbqSkGfjFKKwlay1Jm5SaA/7ypFmFAAAgAElEQVTsKsxDJOhDuD+Yfs4StJ6SYiT8Q6b7tq83wmuSmoN0WjYtaeVMY49ZNQim/kCkJ7/XzS5F9fQydDYPwGMLYc0rQaw8sgSRcAxvvTKAkjIXruWgsudDSfb3cp1FbkRl0JYMRBuVtSJnM188bubnTNI2U12QkaEZ4SqLC1LA9gUswToSwQHn7ksJLsPWgLZtPWh6u93UO4ASd4+SVnaU10pVgYhaiQtHmJDdk6RlXQOK860XjFDS9o3dk3GiNtNVm+hB511dqC4q1z82JaAElIASUAJKQAkogUlEQCXtJLoZuhQloASUgBJQAkpACeyJQDwaxK5HT4I9EENhwwz4fAk0bWxCfmEDIpFBTC/vRtxVwo/YU9hlKg7MR/dFwkqClsJWqgomDA7L1CC0bOtEpH+YVQculM6cAq+HCVtGVs2wL8q9lm2tKKsrh699wERXJU07wmFYyaE+eHKYdk2nQWXfSG4JiipLTMpT6gqMmGVqVpK5Vv1BkoI2n8tMoH1LB3I9IpwtCZpbVY5kwMdlp+APJhD1s6c2LV+NY8xO0WaJ24ygzezjLfGiIDeGBSvn4uFbBlC/KIb8nBCmLJmLVfeuR3mNEydu6GdtgyWW7ezzDTH5CxnelUnKZoaJyQ57ErSSoh1NEWeliWUxIlW7fdYgMP68+Kg5KCqzKgnkjC1r29G6o5dp20wv7R7StLKzgOE9Md+lc3aipJXf81l3UMJjyyF4DxGgIM5MLctO02YkbbgbqWdFDuumBJSAElACSkAJKAElMJkIqKSdTHdD16IElIASUAJKQAkogT0QiEfDaHnxa+w6XYPm5hDy6BIrqt3YvoOfdvcmUChSsroSuc6oNShMZOxoklaGhFmPjaZsxyVp7QiH42jf2AwPD+z0ulFcXcrEa8z0yYpcFVm7Y1MzamdWI8I+12ggYI4VZSo2x9cHe7r2wB8BvFVV8PAYJkUrgtZ8SaKWkpb/y68sRTjgR/eOHgpaZ7pPNgV3MSsBONRKBK3L60RnG5Oopo82KzWbFrXZ4tZK1I6laePRFFacNBexSArhzu1Y9UIcKw8tRGVDBRrX7mRFhA1ls+w4Yyt7dvPZfSselclXGysPIrmsGJD+1tFO2oyg3YOoNRUHWXJ19GexyvwSScsOYfl53v7TUD6V4jq9icyWNG37hg5L6O6p8kD2HT1HlgTOFrXZklb276BEN+nc7LWlX5s22LZF05G84mX9O1MCSkAJKAEloASUgBKYZARU0k6yG6LLUQJKQAkoASWgBJTARAIi9Ya234XAlptZY2qHL5aLgW07OX8qBv9IHsprC1BWyGFVJeVMyzI5m648EFFrDQkb66UdTddS3FoDwpi4pZRs3twGNz/676ZgtXnccMnsKkrY0eFf7JJt3NCKuoZS5Djz4O/sNsft6xpEgSOGYU7fKqwoZQqXklO8oPTIpgWtyF5PSQkKKX+7t21Df7uPSVf23KYFrCRr3R6K5XjYyOQwh4wNdrLXNSmVCWlJSyijFQfZsjYjaNPJ2jjF6PylBSitLUJ7rxu54Q4kKF7DsRz4ht0YGfCh2xPApW00wEycOrgOp2kdSCFUxCSy1AeY5CwfkzSt/DBacZB+PHODMknaccI2LW4HORgsnZSdtbze1C9kb1IBsemF7Rhu7rfOkS1qJ4pYI10niFfzGB/MHhzWyQFsUqMwbn1ZIpkAv/Gpr+JXH6Hw100JKAEloASUgBJQAkpgUhFQSTupbocuRgkoASWgBJSAElACeybQt+0hhLb/CaGBIcRiNspYukNvGd561Y+l8/yIpuyoml7NQV8JilkrDWqlaq0krTVATPpqrS/zGJ9PiZBk2rOTfbc2iti8wlzY3U6KWCfiTMyaJG06UesfCmGQ5y8qLYTL7UGEw6x8A8OIsgvVwddYdQtWclPqEmSKmCMvl4O7XBwYFmMHLV/PygQX5ad05krClt0JyC9nyjTGTl1KYqlS6Ooe4bml6sDaxyRns+sOssRtpgIhKUKXv1ROL4fHHmSqOIYgSuHJn8qq2S4eIIzu9jj8w0Gsi/jxowGaWV66ncO0nHLsCFPDTCRHC3kN0h+bnaaVHcWjygAvI0fT92i07iAtTI1ITe8gg77Ytytb/bwqTOOXuSdZh+hrG0Tj89s4OG0vadrMQLLstK45zURJyyStpHczW6biILNmDnBb/duHcOD8FfpnpgSUgBJQAkpACSgBJTDJCKiknWQ3RJejBJSAElACSkAJKIE9EQgNtWNgzcUI8WP0PT0RuFJRdtLmoLuHNQHOMEqYUi0rjMFTVJwWsSJp0zI2LWhF2FpJWmu4mPhEU2kgQ72Y7Oxo7kNlbbFJ00rTbCgYQSoURDyaVX3Aftlepmej0ShKWV3gYOrW6faa1G2CFQkpHs/mcMLBKG48FkEsHEJ3ax+SQUpLmx15TMxyFyNfbVxPQU056wZ8cDhscPI1QVYv9LZw+FW2oJ0wOMwIWwpgSetafbTpn3kN02a6UD1/Jnp5zsGuFHPHAczZpwZdO9uwbWsMZTVeXLZrAI18vbCQlKxThnNRlIqwjTNNGxdRKx21JknLzQhb80NW36tIUvnKJFUnVB/wOkzlATeH2479jp5H5tY5rYpbVjTwAB2bu9H0ys6xc2UL4MwbIXMOudjsx0zdAddaWmAtRuoOsiWt7JstainCd926Fg3lU/WPTAkoASWgBJSAElACSmCSEVBJO8luiC5HCSgBJaAElIASUAJ7IhCPhrDz6S+gIN6OeCIHrW0xlFYUYDiQh1h0EBXuXrjLalBSw4/VM7WaY6oMKGpN/UF6gFhazsrvmZ5YkbOmloApy+BIBKFwAjVTyhDiz0GWzKb4eqc9hZhvyOwjUjfJDloZBjYwMEIJG0EkHOaaOCiMEtbYzFScPbX8oiSWNGxRHrtnTfpV+mmtAWB2j4c9umWIDvVTztpNEre3Lwx/XwispbXcovTF7jFBKzUImYRtRtCyp3dmJV8QR311Ava8Irz6/DD2O24qoj0d6B9kWnjnMBwMtJ69k1UKWYPB2OwAdiwYcWr3OhDJp6QuyU2LWj6XqT8w0jMtPrN/zk7QZn4mK3RwkJdcCHtiZx8yE2WlHPAlglbuS/pLDtP8ehPaNna+s6h9p+5bebHUS1QUW7A6h8bXHZg1ZmCmkGtn1cOd3fS6vDbdlIASUAJKQAkoASWgBCYVAZW0k+p26GKUgBJQAkpACSgBJbBnAqaXtuUlhLdfjdjwAPqZZqV+RUFZPp5+zI99D3IxjepCPn8vo/wUCRgMMzEr4U2RtKxAyNQeGIErtQQiDCWRaj7Kz30oVYM+fkSftQcxSsswB2rF2HEaj3GYFysLXO4cxCNRelDKVspd67t0zzLRmimMNcu3xKBIT/mZZ7AeS/8mdQoxvw8pDkRzMLHq9LooeB1IOfJ5DTnsifUiEbaGoHHRRiJLlYGIYRHEpklBEsDyGM/tH4qgaV03qhoKMHdpDVq2NKGrOYxF+5TBzWRxqL8fjbsicLtdeLy3D1fR0Vpds1ZS1s0BZghEzDUJGyfTtIE8FzBafZB1T/YkZPdUeyADwTopaeW7PE9O+xw3n8I7I8/T37mGBK9vK2sPBlvYKSuJ3Ylp2j1J2kwFglQw1FLM/z1Jy3Oi0IviRXUY+PpT6fuif2lKQAkoASWgBJSAElACk4mAStrJdDd0LUpACSgBJaAElIAS+DsEIoF+dK66EB6nFyNDI/D5Uiiu8CI46ELL9h7MnEbxWViLmoYKykAbVj+2AfWLptJF2kzFQQ4HaKXskmpNIhaKsMaAEjYSQ5RfuUyPuphoFREa5+/BUApFRUzpUtbK85FwDOEQ06Z0l7leGytkQ5S0kqqVJK50DlDUijiUhKtJuYqcFHfI7/SInpJiJCh8pTM31y3u1UbpS7HsdaK7IwDfYNj01IqYzWXi1JnnQVF5EdfsQue2LvhkKJZUBBhhK8e1BpOV1xUiQBbJhBfuAidqSqIYStXCP2BHRXUQ5aUOdPcFsWv9ACpqXDh3xwAGeZ5058DogDAHr126ae2sPRAGdiZp/RIMFoErqVh/FKhhrQA7c9O2OZ1StdTzqIfOCNVRSTuWZC1m8nnOkvqxNC0ZSKpZZHacVRHrnt2GcH/AKuDNbKMCOKtOwZwyfVzxzFPKrdcII9ZOjEpeeazIC3ZMoNyTxOZfrEJ5HlO3uikBJaAElIASUAJKQAlMOgIqaSfdLdEFKQEloASUgBJQAkpgzwSS/Ch/06rfIWfkJbDxFUOd/UyUUmoyPbtjm4O1Ar3IowEtYOVBeV0FO2bZUcpoZj4HfSUo7EJ+9suynsBUsMZT7JLla9hn6uZrcuTj9xR/UcrYOD+eP+ILoZeDrRw5FLsUrhGmaqNSCUBJKclXF3trnXZLxOawT9YKzVoxU5NP5Wts8sX/iSAODQ/ztcz+RkZYbeAwXzKczD+SgCuvgIJYOmCtDl07ZXKcsjTCtTpcOSjI5xqYtB3uCViJXV6LpE/lfGH/EJo2B1FUkYulB9Zg16ZW2DksLL+wCHleDjULDGM4ZMNgZwxrgoP44SAlplUKawna7J/JwM4ErZvX5wwwycsBYlFem9Q+GPFZzpoASdhmJ11l5pe53oxETQvbiZJWTsUXzl5Wj0LKb+OJ06lauWZZS5LHaF/XjrYN7VZf7sTjZt4WmcoFOWdG0spzlNUY5Jc8Jufn+wIyzC3mx+VnXYyfnvB1/dNSAkpACSgBJaAElIASmKQEVNJO0hujy1ICSkAJKAEloASUwJ4I9LdtZTftNzG1zokmpmdtgQEUFtrRuM2NuSuqkBru5PCrKahbMJ0dpFGsf2kriuorWBNrpV4zCUwZKmZzu5FbkAsHO2R3NXYykRpAWVmuVSWQ7pANBMIY6o+jMM/LJG2CQ7+SHBoWp3TloDCKXvpXftngcPKLdQj0q6ZKwUWBK8/Ry5qvIAdaOZhKLWXaVeRwgvK4cWsfJbAkU6VX1hqmxRArZu0zFXmlRdi8qhFhduOa9KzAMH22TNCaxC5QNSUf/Z1BVj6Uw5FnR1FqEMPxAgx0jZiharMagJ27+jE4WIjq+lz8nD8/kxirORg3GEyOn08BK2LTyevgWvI7OcCM1+vj9STEbLMGQWoDdhOyZm1ZSVe5GGEtdQdkZLZ0IjaHx1524AxTR2HEuKRpM/3B/F2utPHZRgymh45lv3bMDmefj8dnh7CRzXLOPq6ZA99QLEKZa5Ut1g3fVY0o8PLadFMCSkAJKAEloASUgBKYlARU0k7K26KLUgJKQAkoASWgBJTAngnEwiPo2bYayfZr4PGy6iCcw5Qp062ciPXmk69j2dIRJApmwebbhaqlK7BzcwdKyguZNC2gfJVKAopQ2BEe9ptag76eYYQDIdTWFvEYPJb0vIqklX05/EukbF/PCJp3BVhVwI/+MwIaY2dtaCjGGlsRjZS0lLBG1Bopa4lbF3e15C2dJ58fjnBwFVOohfk5oONFe5sfufKk1LWa6gJL1Er3bowlucX1RZg6txbtm3rR3zZgunFNu62pOmDQlCnX6Qu82LbWj/KaQtTOroC/eReGUYa6GXMojP1w2aKsd3DhjUc3cciaHWc2+RCUxaW7aMelaVm7wC4ALjb9PKVnEcW2vSsAW6EbA0yopgooaUV+vtMgLytIbP3D1A9Q0jIRPCpazVMpTF1QjXKRwVJDIQwlSSvClr+LtPX1BbDlqU3mXpk1Zqd0M2+LUSnM89SXWslbObdUM8h3uUbZh99LKsrRefnf4GZ1hG5KQAkoASWgBJSAElACk5OAStrJeV90VUpACSgBJaAElIASeEcCsUgIO5+8nMHPdux6awfy6Q7rptvxyosJeKs8KHPG4fHEMOXQw/H2s2+baoKqujK07uhCmBUC8xZPgZepVhGymW5XSc/K4CwRtNLJKs/FKWNNtSyHdSX487A/jq0bWVdA6RplH66kZzOCVjyjlZpljYJIW345JV0rj/F7KMeLXK6roysCZ8Tqn+Vh00PHLJ9oBVClz1a6Z5lepcyN5MRw2PFzMRQuwManNhh5LJULCw+px4bXGrFwn2kIBBKoLE5g064Y8vjR/oPOOAjRYAidjU14480+LDhgAS55eTPeYjWEkZcTqw6qKUxZcWBqAkR2ZmoQ5Ff+Ut7Frl929vZKQlXk6ruRtCJKOfwM3eyYzWyZHlk+N21xLcqKKHwpZUXUyknNYDdpOeDvwwMUtY9vsjpw9yRpM5UHYmRrS8SIW2fJyFsOeDMp3mgbbv7a7bhg2fH6F6UElIASUAJKQAkoASUwiQmopJ3EN0eXpgSUgBJQAkpACSiBdyLQuv5phBp/jfLqCviCluwcZC1B36ZmzF4QwxuvD2LakjmYv08DB3YlsXVtE7tfvZSnIlbZ8coDJ9g9K/2zCaY9RcLm5edhoHeYw8LYSxuNGVlro3G1pdiAG04gHGQPbm+Ax7EhEWGXLD+676HsFY9oVRtYglYaDETQys8RHtfG7tlQjPvkpDB9Zjk7bVmpwJ162DEbZ0LW7uIAMQ7uElEpojiVYpKXr0uaryTPG+JiI6bTNkXxmJeXg+YdI0wAe+gk4/AWJjBjWi4iqSKkclltUOcx/bqdrT70cFBYgTeKUzvCFL57kLRil3kdlpkllRJWBFDIZnfCciwXXL1BJPl4FztyzX7pFoNMjcFogjaTps0M/JKeWB/lrmzZcpc52XImYKdMY1WBVD1kZG06XSsVCAP9fmx7buvYWyDzenOszPH4QynFcX66hkEeZ/cwhvlVFMOWX76I2ZXTzfA43ZSAElACSkAJKAEloAQmLwGVtJP33ujKlIASUAJKQAkoASXwjgSioQDW3385pk0ZQvu2bbCHw9R+TvrAEgTjUcyYV4kps6qsVCy7Sv3DIwiyU7aUEjIZjbLGQCoN5KP4rD+we9DGlK3TFkdpKcUnnxsYsvM1MQz1+Dg0LI4opWyU6cyZcz3wenOwozGM0imlCHQOwE3BarenE7RZFQchCuBcdsvaKVh9fTwnJaO72IMZc2vSw8c8cObmobtlAFte3mHksDhGqzqX1QYUz0n5nk7ZOjwONMzzsHPWj64Wq8PWSt7yi20Fc5fMQlmhjz22I2AFLnp66SmZfP3K2ha8KeY4MyTMpGnl0icMDxPaPAdKmXCV+oMsEVtN0e0KMVmc60CrP2yJXdZDGJkrx5soZzMiVx7PiNpxkta60IKSXEybVwOHVB0YVyyVBzlWXy2/elj10LKm2bAw20RRK7BymQJmpYXZTHqXNQvcv2L2FDT97CnODkt30+rfkxJQAkpACSgBJaAElMCkJaCSdtLeGl2YElACSkAJKAEloAT+PoHuHWvR/sJ3sGC/Bqx/sx1dO9sxY8k0zF5Ub9UYmPoCfrGnVKTsUD9TsIWFcCbZ1SpiM8eJPvaf+rv6UVWda8RgQgaMUezu3N6PUJD9sNEU07YyBCyB6moXitnPGmd/bFtXAhHKR2+RGzbKWwcTupkhYeZnF4/l8iKHSddQzI4Ek50pWsg4k7AJRm/La4thZ9Q2Eo6jv2MYSQpQEZSmXmG09iBdgyAdtHzNzIUF2PQaB6MlXHSslryVzaoJ4HFTYVPz4CooY98u62MppBsH+vGlAvbxipAVmZr5Euk5QqEpKdfMY3IwkzjlCaV/VmStsblSe5BCPVk4yCaHUrp7kNxGGA8u5z5SwJtJzmZXE2QkLxPBaPdZix0narkD6xsKeZ6GudXWmbKStGa4GEVwx45utK9vT7/eHGTs54zBrmPlgWwiaCnHRQD/6fO/wgXHns0Ec7oKQf+glIASUAJKQAkoASWgBCYtAZW0k/bW6MKUgBJQAkpACSgBJbB3ApuevYU9rI+axOXMxdOQX8SkbIxSkFu2oBVRKwnZvm4/nIVFTMdGMdjZj6LqMjhZWSBiVvaXQWEJikPxlKZ6gLLPCF3jBWV0l4jTBHopDjnxi1UFFK9M8ea6c9IdtDIszAbxlx4ZFFaUB58/iuK6GpN89eR5rLSsVClI1UBmnSyoHe3HlXNK0leStDwH56KxWzWINc+2cgl8/eh6LEGbI1UB6a8ELa/Hk0RpTQkiLLU9wSepVyZNswVtppdW5KnpjE0nauW7tSRrgFh1Op1qLp0pYL5uSixldpHz+blPD4evxYTXRDmb5mX1SlCatlGepo9jfU//I11b0LCgBgV5rFmQ1WSGiWUGi1FQN29sQ+/2nvQgsdEDjHXQ8h5yoht7aMVyy/ETuPozP8IlJ31CJW36luo3JaAElIASUAJKQAlMZgIqaSfz3dG1KQEloASUgBJQAkpgLwSi4SBev+kiLD+snDJO3Jw1AEw2k6CVXtfMQDBKz/YdvUxnUka6ctndWoR4wM9OWvbPikiUYKfdhcYNAyjMi6CshGlSSk+Rthlha75TU0Zsuehr6oHHbUdudQliQz642EnrYA2A082hZLn58DoSTJvGMdjqH60xiDJJO/eQeWh5uwXBISnTtTxjkuncrLla1mPct6iqEPUNSax7gwPLeE2RsFXRYHwqqwbkWiQBLF/Styvfi6sL2Ekbhmvuubgj2o/fb31CzKcZ0mWSspm6AzkJe3ElzWrVH8gX/yGPs5YBFN5my/S/8ruXr21gBYOIVPNF6AGet8cXQlC48zkzEU2GdkkdgrxWhniJDM6qTxg9bhpAcUUBapguNnPL5LpMjYIlbM3v5LrhmS2IBiidZY3vNLwse7357Ri5wYdcdgDrpgSUgBJQAkpACSgBJTC5Caikndz3R1enBJSAElACSkAJKIG9Etiy6gEUxO7jELFiOtW0pKXEs6oLrAStSckm4xhobmEHbS4CgRTs7lzUTi1G3D/IfWVImBtt7WH4erowo6HICFqpHzCS16RbeUweK8eTh77BOEb6+lHIPlQHh1bFQmHOrqIodTngYq9rJJWD4iIPWlv8PD4lsOmOpQ+lvCzgwKzyqZXY9qI1FEtqVa0e2rHWgCTP5fC4MGefCqx9aSumLZjDWoV+DgwLIRYRGWv1tkodgAzFyqHBtZsuV7rVCg8ikSSOuOwBDOUkMP3GzyDi75fJZmlJm5axIk2ZLDbp03Qf7OiCKjiMS7peM1ta1IooniNT0mh0M72xIlIjFMBtFLUjrIYwvbDDlKnlPIaIX6aWwYFrf0/S2shtzpwqcw3WEDF+N/20lqSVcwz0DaP5taa9S1oDlQv2d2DoQaal87MSwXt9N+kOSkAJKAEloASUgBJQAv8MAipp/xnU9ZxKQAkoASWgBJSAEngfCST4sf4tj/0EtdU9cDNxmWR61vS6SopWagwobuP83t/UiiSTsl72rQ72jpihXCH6w7KqUgrBFPp6RlDoTSA/nx+dpzU1YjVdOWAkrYRY2W86PMIsLesHRCKG/CF4WG+QoLjM9TBFS9mYojh1eTwIUZQOdodMf6wVGLWGgUngtLC2CLn5bnRu7TVtAKbCIN0zK+fJK3SisCSJbWt7MWNpAwK+KKbWR3l9CQwPJ/HW6hATuw5L1MqwMpOiBSqml8OWOwt1y09Bw9IjzBrbfD345bPX4Zotj9PkslJAdpRNBCqHkLHk1hoYJrJWUrWSgK2kYGXNwG6JVT5dxfNWphO5JvFqUr0cYsbH/Kw/6G0ZhH+QKeGyPEv0Ut5iiNJ23NAvMdKyiPR3QqmbV4089vRa1ySSdqz6QCSt9Oque2pDuqhXFp9+bXbVQuZ9JccO9uH+Xz+M05Yc/j6+2/RQSkAJKAEloASUgBJQAv8/CKik/f9BVY+pBJSAElACSkAJKIEPmEBgqBcdr/4naqqDSEZpXinurE7adN0BJWs4EGLi1MGagX648wuQ8HdjJO5GT1cMw0NJFJcXwpNrZ8csC2WteVlG3sqxzDwtbnEOpYqOhFBQIh+hT2GEw8MKc/mk3cEuWLvptw3HbSgqYdq2Pwx3rtdKglLiWslQuxloFucac5hyTXLfBI8pCV05hZMdtzkpik7K08H+FBYt4fFS+UhFh3hyD5pa5NrsCFLaZgStnZJWqg6KKFZjKTdWfup6FJZXj7sDMYrqK1+/G9e8fhtaYxSoUn8gJxwY4QAxXm8FhSrlq5G0UotguiPSElQGcUXli52v7H21J2JMAhfDRolr1sDrKrA5WIXgNMlX8aMBduF2dw5hWLpiJUk7INUOGTEr6NLdB5kqBcMamDajgrURDh6brCQhbFK1Y9UKYa6hbV0rgiKBM9toHUOmTyH9BOXztRdfzl7aiz/gd6OeTgkoASWgBJSAElACSuC9ElBJ+16J6f5KQAkoASWgBJSAEpikBIa6W9C//r9QURZDIhLhADF+N3UHmbqCBCWmkx/990nMFqFgGCXskx3oGEKYXa/dPWEO9spFZZUHydAI4uxSNYlc83oThTXfTcKWzlIeSvAfzlwH07dM6HLwlZsVBaGYDdFIAh2N3XytlZ41x8nUGaRTtabigA9KRUJRdREK+Kn8OKVy185BlFaW8hgxTJtdjBHfEAOpdnT08CP/ndLJalUdmJrZtKDNL81l0tSO/T95I0qq6t/xDr3ZsRkff/wn2DzMwWd2ClRJz0rlgQhbGRSW6ZGVdO0IzxWiwB0ZQZGzALOK3PCWz8UJU5bj8NnLmN6V2gNr2zbUgpu2P4yh2BD9rlVPIFUMfn8Q7X0jGNzeZwng7G1U2qblLVmU1RShmEnnTOetuU5T42BVIEgtQ4z3Y9uLjdY9kS1L9I5L6/Kpi486C1dd/Es4HbxW3ZSAElACSkAJKAEloAQmLQGVtJP21ujClIASUAJKQAkoASXw3gkMdTdhaOPPUFjsQsLHoWBx6YOVRK3VTZuS2gJWFowMBZBXlEdhO4QclwspCtGBwRiGBkPwDSZQN6caJaUeRAf6kIjKYDEew8haa8iXEa6mDoHu0e1BeZmTKVwXaw7ccLhdaNraA38PU70iZKevV2AAACAASURBVNN9s1blgUheCZJaQ7yq59QgL59VC1396GoKsE+2COFhP5YeUEkJGkNfLweAsaJg3ZtB01JgpKVJmFo/i6QtkBSszYllZ/+WCdfZ5vm/t/lZ1fCH1Xfg51vuwJAM+AowIdvHzlgvRWYZE8JMvjrIp1ySwRULcdPBn0JZRQWW1s/9u8ftD/Tjgqe/h/5YvyVUpU9W/sc6CD9F7aa32hAfYao2s2VL2rRszaPsrqgsGp1hlumntaS0JX/lq6utHwPbeqwhaOnXjpb6Zn6X7+UeBK5egzwvGemmBJSAElACSkAJKAElMGkJqKSdtLdGF6YElIASUAJKQAkogfdOQLpdfX0t6N3xGtyhh+Bk5DXBRKw1PEy+JAVLWUuR6cjLQ2hgCC53EhEmRvOLc9HR3Ie6Wje2bB5BJMhaArsX1VNK4bEnGDy1w9febYaMSaTTErWsc+XAsuICB9xeF+sKnHB63ejtCaH5rVZrWJickzJUunGd+XmonFWFXDknf+/Z0W2qFkSyzl+Sb4TyyPAgf6+ALeFHhHUMrdv8PDfTpOlEaSZBKx60tL6EDQR2LDnrl6iavmCvgjZDNMHz+KMjuHbNPbj8zeuYpqWoFYGaaMepS8/FVw/5OA6ascwIUQenku1N/GaOu7VnB770yi8QSLGzVwSqONS0WI5woNjrD2/OEqtZSdhMvyx3r60pNildK0U7VndghomljwVK6hapPRhm321GymYmr2UWw/uJtmas+eNr2GfGwvf+ZtJXKAEloASUgBJQAkpACXxgBFTSfmCo9URKQAkoASWgBJSAEvhgCIioFTu6/dVbEOv6G4ryHYgHOSiMclWStKP1B5SkMqzLxpqAoX4fSuorER4YZtKW3bCUgIM9fnjyC9HXzT5YbjbGVz1FBSgo9jJ5G2EPLJOnFJh+dtgW5VFmsraguCzfDAwb6mfdAr2nnR/5p86luHWZwVrDfcMIscd2gClbT54XoUAYs5ZUI9fux+b1PuSWys/9SDnz0dfqZ7erHMNKj0o/KyttjTB18LiVHBIWihViyWmXo2La3HctUrPvQoxD13pHBvFy12bEKFFX1i/gzLBSeF2ef+hmJWmtn215Db/adCNCKalmGH+YAKXq2880Cs3xvbTWFDFTiVBckc96B/bbjnbSiqDO6qaVbl/ykLqK1rdarP5c2UbrD9K9EpVWfcORsxfj0Uv/zK5brTz4h26qvkgJKAEloASUgBJQAh8AAZW0HwBkPYUSUAJKQAkoASWgBP4ZBGKREF69+QzUTa1ETpTVB6wtGJW0meoDSlsZ5uUbjjCVWsGkbAeKK4vhYTK2c2sX8uunom1rCwrzPejp9LEPNY48ds+6CvJRVEWZmZ9rumMdqahJfZZVFIKZWwQCCTg8HsRiUYwM+FirMAI/h111NrNeIeVAQWkBSqvdCHEIWUVNIQeeJdC4rg9Jby1Kc/1obQqhtyNpyUkRvVJ1YEQl06QcZpZfmoe8wigK5lyIJcdcwOc49GuSbEMRP3705rVYPbgWTgrw7C3ByojXHtmYTiOnRe1oVa30QXB+GTt+S4vy+TL29Zqha5TT/C7XLxURkiQWDvKyHW/sNLUTlqSVf2QV/+a7gRIex+bDm197EMunLpgkhHQZSkAJKAEloASUgBJQAhMJqKTV94QSUAJKQAkoASWgBP6NCYQCw1j74A/hir2NkqIixENhUzsgaVophzX1B9ITy85aG7tp5XfGOeF0OpHIcaKmPIhAlBUGLjfatgcg87QCfX6T8uQrrX5Z/sxXc4CYi720bvgHQqaLNcVzJGL84mvsPJ68uKye3ah8zF3gRHlpCMkcF7pak/B4+XCEVQ2Uu4NdUVYtpMYEbbp/ViSlt8CN3CKPOXf1iosw7+DTmLSdPII281YajPhw5fqb8Ej3angparPrEkbSaVpJMVs9splXWT87WO1QUpwHumhrYNjo4LB0ojjdSyuPD/f7WW3RayV29zRAjLxQmIf6smJs+M5DKHJrN+2/8Z+7XpoSUAJKQAkoASXwL0xAJe2/8M3TpSsBJaAElIASUAJK4N0QiDPNuvn529C74XZMmZqLxMiwkbLSJysdsJLEFGkrKU8RffK9sLYG8VgEPa09mDp3CobaOjFlXgnrCYLY+JoPHrfpHUBZQw1C3T2sHWACtKgQva39qJlahsGBCLyFbuTEQqivi2PzDjtmzvTwJXG0NMWwYHkZ+ntSGB4IUAjb0bKTMnjAGqolVa4mPSvJ2ayvkpoinjeFkSCw4oL/RmnN9H+o4uDdMHs/9pEhaU+2r8aPNt2AcDyIXIx1225ctYN1EhxWJkPOskVtuqqilInkHN4HeVoGho3JWqvuISNuE7yJLWuaTa2B2bIrD+R3OV4Ru2kLXDhk7jK8eOnN78el6TGUgBJQAkpACSgBJaAE3mcCKmnfZ6B6OCWgBJSAElACSkAJTEYCkpYd6mnF/ZevxKKD90ehK4AoO01F0MqXDAOTPtVULIGCafWIdLRicIRykIK3sL4GkXCE8jYGd04cfQMpVhWUoq+lF7Uzy+F1j2Ak5EbdFDu6OkZQXpBEKOlAf1+SzwGu3CIWIHAgmC8Am7sA9ugA/L4kmukWE2ysjQVYwyAykZsISPNxfkmPpjtoU0z3Ljh0Jra8+iYOv/RulNTOgtMtwndC4eskBC/XFU5EKGmjOPTFr6AkTpvNzQwRe2zLhPSrsapGtLo8TuQ6HabWYKyPVqoeZJiY1NBa4laMdss69tJmtozwTfM0D8t+NaUo6dmFgTsHJiElXZISUAJKQAkoASWgBJSASlp9DygBJaAElIASUAJK4P8IARGGsWgY65/8C3Y+fQVqZ81GRYUL/s5u65PyTG46POybdXA/dhTkFFUiPxXAQF8AjrIa9GxtZV+qE9ER6Z91mMRtVUMhB1hxwJinkKI1Didipj825i5Gb3M7psypR9yWh82rW1BR5YU/wE7bMnbR9vqRy4/iV1UmKXOj2LY5boaByUCszJAwOc7sFdMw1LIBZcs+iflHfQ4ub8G/hJzd01sqxklqj3a+hE+suQILnSVo2tSF9s3dY8PFjKe2Kg/EqxbkswNC0rRSeSDdtOa7DHpLS2z+bKfMHolGMbCt550rD0TY1lPSvt6MgVdV0v4f+XPXy1QCSkAJKAEloAT+xQiopP0Xu2G6XCWgBJSAElACSkAJvB8E+jt2oGn1/Whecy9q690Ugm4EWFvACCerCgIoYLdsglUFIgdz+VxhSS76B6MUqZYkjAZjCIZyTFJ2wBdlTyyrEIJB5mUdKKkuQn9zB3tnS1DqYY2BL4ZITjGqyiLwhWyYObcMI/2DCAak7mAQcaZKe4ccrFfgx/J5BKfbgbrZ5Yj7KY/z5mLx6d9BxbR/j6FX0qXbFxrC19f+Dqva16D5+Xb2BMfTcpYylcyRHOTArxJ+1dHGsrlWBG2S8jvFrwQrElhAK0ljW5I/50gfrxehjU3AMG+MmzfEyd7ZTM+t1WnBOoQUSvJCGPgflbTvx9+PHkMJKAEloASUgBJQAu83AZW07zdRPZ4SUAJKQAkoASWgBP6FCMgQsbceuQ59Gx9kqjbFWgJ+PN83gpKGevTsbEUuB051NjbBSxfIkC1shWWsP7WhsLwYwz29FLgeFLvjGIp5kaCkLSjgjqkEYhwORveKSMyJsio3HFPmI9r4FvxDIQz6OUmMQ8mCg/1wFpcjPOKENz+XxQccKOaVblU/kvYpmHnUpZiyYOW/EM33ttRVvetww+rbsWbdJjP3a2llKRbOXolLD/k48pye93Yw7i2VCjc+cxOeee0ZDIZ9phKhLr8S7nwn8mtn4L9O/+Z7Pqa+QAkoASWgBJSAElACSuCDIaCS9oPhrGdRAkpACSgBJaAElMCkJZDkx/DffOQm+LY+gAqmauPDg4iF40zLRlC9cCa6djYjHghT3g6jdPYcDhFrR2llMVJMeabCIRRKALaoCp07B1FZ5TQDx1KsS4gm7OjpDGHGkjo4KurgX78WYcrbwYER5FbWM7nbify66RhoGURRuQfV08ow1N2PSLIGC076CmrnLJ+0zN6vhfUHh3Hb+icpqG04c+GHUMH+XodJx/5jW4LSvbGrBU0DTDLb7Vg6dT7K8or+sYPpq5SAElACSkAJKAEloAQ+MAIqaT8w1HoiJaAElIASUAJKQAlMfgJSg7D69itR6dhIQTuFlQcUrdtbEfZH4SnKR9GUKnRs3Q5HXh4qaiow2O1DoL0J5XPmou3tt1iHwFRsaSX8Pd2omTcDQ01tlLk21BywL7obW9G1eRg5rDOwO5ny5NCxinovH++A3z4fS0+9hI8tZp2CpGl1UwJKQAkoASWgBJSAElAC/3cIqKT9v3Ov9UqVgBJQAkpACSgBJfCuCMiAsXBgCP7+drRtehEjvTtQWTwMu20QnuIiREZYb9A1xH2iHEQW5wAxzrfigKtkIoVkPMkmAwd/TlDwJuBw2eFyO1HMnlqXx4ZkxI9Q/wji7jmIe+sw75AzUFg1jXUHRSpn39Xd0Z2UgBJQAkpACSgBJaAE/h0JqKT9d7yrek1KQAkoASWgBJSAEngfCaQ4fGpkeADB4V6kYsMI9G3jz20cXBWB25Hk9yBsHGqVYs2BkbNJytikHQkOtJJeWvpb5JVQxLISIb9iLpwUskXlNRwQ5n0fV6mHUgJKQAkoASWgBJSAElAC/7oEVNL+6947XbkSUAJKQAkoASWgBP7pBBJxdtdGRpialURtjEPDUrBxYJXD6YLLm2/qD3RTAkpACSgBJaAElIASUAJK4O8TUEmr7xAloASUgBJQAkpACSgBJaAElIASUAJKQAkoASWgBJTAP5GAStp/Inw9tRJQAkpACSgBJaAElIASUAJKQAkoASWgBJSAElACSkAlrb4HlIASUAJKQAkoASWgBJSAElACSkAJKAEloASUgBJQAv9EAipp/4nw9dRKQAkoASWgBJSAElACSkAJKAEloASUgBJQAkpACSgBlbT6HlACSkAJKAEloASUgBJQAkpACSgBJaAElIASUAJKQAn8EwmopP0nwtdTKwEloASUgBJQAv96BFKpFFLJ+B4XbstxwGaz4e/tIy+U/VKpBPiPccex5dj5+pxxjyUTMSQSUe5rPSzHz7E7+OUyv6dSSa6Hx5qw2XJyuK89vU96zfJanjt7M2tNryV7XZlrsc4xds1yTDn2xMd5Mh5bzmcbPbysPb3ocefNrNlcK7+E59jPci0pw0iuddxaeZ3y2swxzVrS+4xjzsfkeNkskwm5ZzyuPG7WaW3Z1z/uZHtglXk+Kfdf7t077CNrTMQi49Zqtzt5z5wT7lIKSbl3PNbEdWV2lHufjKc58kHr3jvN/tY1j/HKvo974jKRafZ7553u9+7vq93vi+yTYbKn9/DEY+jvSkAJKAEloASUgBJQArsTUEmr7woloASUgBJQAkpACbwHApHQCB695SuwO73jJSt9otOViwOOvgie3GI8dtu34XB5dhex3O/Yc/8TrzzxOwz3t4/KV/khx+GGy+3FvodfgJLKWdj8xh3YsXE14hGf6ESzSpuNss/pQf2sfbH4wHPRsvVlbHz9XqrR8ULTZrcjv7AM+x91CSKhYTz/wBWomroCBx7zyXGSUuTli3+7AiPD7Tjyw7/A2pdvRXfrBhzz0R/Dm1cKEa3b1z+OLW89Cre3FIee9GXkFpSbtfgGO/D8/b8wspJqGoee+i0UldaZ52LhAB6747tcdhJOpxtHnvUDw0cEb2fz23j1iT9g3oqzUTt1Nl5+7CrUzliOhnkHY+1LD6CvYz2OOfsnyC+qGndn1r38P2ja+qoRlA6HA0ec+UOyLjT79HU24qVHf0MZ7EJ5zUxMn38YqqcuM8/JNT5229cpu+MorWzAwSd+VUia50IjQ1jN84/4+ybcTxuvt4gMC7HiqM/D5coz+8fjUTx262UUpDnIK6zCwSdcavbLbL3tm/Dmi7cg5O/mpVtyVQRojiMPlXWzcMAxl47K44CvD8/e+wNzrJpp+2Cfwz8Ge1q+y5rXv3I7mrfJ/Q+M3n+HIx+u3ALsd+RnUVBSj+fu+S5fb8eHzvw+1jx7PXwDbTjohK/wPtQbcbr+lbv5HlnFe1mOoz78vdF7P9iznSxXoW3HGuQQxaGnfBuFpbXWfR1oxXMP/oqEKNEn/IcEpzsXBx57EYrLZ5p9RRSP+Prx4kM/RSwWR+20ZVhx5GfG3Tf9RQkoASWgBJSAElACSmDvBFTS7p2R7qEElIASUAJKQAkogVEC4aAff/pxEUXlAnhzvRRuljwNjmxEPFqLWUtPwH5Hfxc3/2w6PPkzUT9z5VgiVBKTlJSHnfEbPHLTsRSL3RR9BbCLJaMQGx5sohgrpKCtwQkX3INbr1jKx50oKHbDnUspRuHpG9iMSFiStTEc87EHKcjasfrhb/I1c+HNLzZrSVAkBgZ3IBjwYb9jvoXahkNw9zVLMW3ht3HCeT/aTdI+cMPZGOp9FWdfthGrHvwBmjbfg4997TVzrKfv+j66m+/k+afirC88jdz8CnM9co5Xn/gtNrxyLSVfF2VdJaYvPAFHn/1H87poeBh/+dVBSCXCRkoWlM7DIad+H3XT90fz1ufwyM0nYP/jb8X0eUvx8J/PwMxFH8b8/c6lML4abVuvwce+2UTROGXcO++lv30TG1+7Ky05k9j3yB9SbF7AtUTwzL3fQtPGh8z+9bMOx8IDzsfUOR8yv7/8t59gw2t/tOSus5CS/AbUzTzQPDfi78WjN38CQ/3bUFBUbGSzbJFwF8JBSfo6KT0vx6IDP2Ueb9v+PB79ywVkGODtcGHlyb/Hwv3PGl3nfX84gpJ5O8rr9kFxxRw+boN/oBFdzW/ynoVw6kWPUR7va63r4e9j46s381hhHsuP4z/+OKob9jUye8Q/gNuuqCH3+Vh44MVctxvxWAivPPIF2B02zNv/61h5wg9w11VkDA8+8sUn8dQd56K/sxMnf/pulFQ04PWnr8f6Vb+mfK3BiZ+8F3lpuS7nfvKvF6Cl8TWK3BGuy44FB3weB5/0DbOuge7tuOeafeHyToXb4zYS12L1FiX1dMxdfjIOO/235rFQ0Idn7/oa2nc8Zry3k/9h4jReY0nFjFEm+oMSUAJKQAkoASWgBJTA3gmopN07I91DCSgBJaAElIASUAKjBETS/vknRZh/wOWUWpePfoxfPrZ+yy+XoWb6MiZKf4u//HwacguXYvHBnx372D39X15hBWYtOR4P3XgUAsMRnPKZ+81jsr388G+w9c1rmd7Mw0mfegS3/+YISt6jcOzHrh3NyQYDfdi85n68+fRlWHnSn5iqdeDlh76OOcvPR1n1PHOcGKWlJCV3rLsFh532a5RWLaR0syTt8ef+cDdJ++CN51DSvoazv7Ieqx76IZo3P4iGReeju+UpBCmBy2uW4vjz/8TUasmocO5u24gHrz+Q6dyTccSHf8NE7TfQ0/Q0Trv4RZRVTkeU6d//+c+D+XMVz+dBb3sjPExznnjhbRTILXjkL5akbZi7DI/fcgFmLDyF13AmVj1sSdrzvrFrN0n78sPfMpK2qIzy0xZnWrUVZ1zyHIb6mniMY9Gw4LNo3/4kqqbth0UHXIApsw9nUpay89dLWBFQiOM+9mc8cN2xvEcn4dTP/I+pZwgyQfvoXz7B71tx3te3jN5nqWC45w8Xwt//FmYvPQmHn3ElJWkYt185D9GYC6d88j48cdtHKDKn4bBTf0oOFK+sjbj9dwfxGG6c8qn7KCxdFJ7b+HuSkvZ1kzqdvvB4k0L1DXbint/vh6LKfbH/0d+iKD6ZyetcHPnROzBtzkqTTr3timp4C/fDlDlnwOkWWUqR37ee4raY0vgTlK8NuPvqlUbSfvgLT+DpO8/leXahbvbplL5hsngYdTNW4NAzfoe8fCv9LFvHrlcpxk/le6ecCeff4ZVHP0Mp7ea9eZBp37kY4Hvn3mtWYMFBX8eylZ+BO6/MeiHXf9PPFmHa3ANx9Dk3m6qGh/98JrpaNvD69+eaPo3Hbz0VM5dcwuP+3Ihl3ZSAElACSkAJKAEloATeHQGVtO+Ok+6lBJSAElACSkAJKAFDICNpy2qOQ03DCoo+q5/VP9TBlOULTHCeiyUHX0JJOx1OTz1lWXCUXCoVRfW0E3DiJ66j3DoGg73DFLZn8OPyBdzHhu3rHqIU7eDH2HNxwiceoKT9EGYuPoM1BP81eoxo2M8KhBfwwr1n4SBKWofTyaTot9L5z+xu2hwmLh046/NPMNUaoKRd9q4lbcuWh5FMRShk3SYpfDhF76xlp417B7z+zJVY+/zVOOSMazFv2QmsQ3gML9zzUQq6T+DIj1yFWFrSVtbVUVr/DndedazpUp297DzMWHS8uf79j7+NQroYz/z1RJzyuReYTC7ES49csxdJeyeq6g+gJL+QCc4LcehpV6On7TVsX3sbTrjwUTx5y8monHb0qKTd/PqteImJ1cUrP8GE83colk+nhNxCLk9S9k7PkrSN+Pg3G8f14N7930zYdr9ipPqHzvwdk6fPUOh+FOX1p+GMz/4Bz97zWaaOX0FxJVPGlzxuks4iaXPs+Tj1U/diaGAXE9PnkRt7gNmfK+L3iDN+gRmLT2EKmdUSL1yB/Y69hnLzDNzxm1kIh7wUwicbIRxmQvXO3+3D75JEligrv0zPLis0+OOsRWcwxfv93SRt567tlKdRK+2cGMIpn34MtUwvZ2+P3HwSRW0jCkum4SNfehJb3vwbXrjvk1h+2Hex/7FfGZW0xZWHUtDPM8le2Yb6W9C56yXWbJyHA47/IQK+Ltz6q3pebw1//wXXfgr/48OZGOh6hsK7nce36hN0UwJKQAkoASWgBJSAEtg7AZW0e2ekeygBJaAElIASUAJKYJRARtI6XFM40Im1A+nNlsNOWfraEz9xJ4rK5xhJm1e8HPse8ZnRJK0kKXMLajBt3tF46IYjmS7tpFDjx+ZH54fJICgwUXoWawq+aSTtlNnH8WPw/z16HkmGbn7jPrz+xKWUtDewG5eS1iRpP8yPmE83+yVZhRCPDuOtF/7Mj6afgwX7X4C7f78E0xZ9B8ef84N3laSdt9+paNnyOBOdYeSxG/bos69DZf0iHt3Gx/oo404xac+pc4+gXC1gYtWH1sYXKeyCOPdrG7hX0iRpK2vrmAp+GM/wo/htO9bx+SJKyhOxYfVvKGlvwpIDTzB87A5JnbJX9l1I2sop++Poj16FO3+7HN6Ceaw7CLDqoZAVEXfxsUWUtMcZSSvp1ruuPomJ2w6u8xBWNZSip30jz7MDs5d/ignWi8g7lU7Sjpe0kpq9578vYFXBWsrHEyhOf8uKgE+w33U1awzmomrKPAz2tZqErJ39v0edfRPrFQ7AHZKkTblx+kUPUbr2440nf0VmCdP/ykZb9uheiYaFJ3GdK1hHEWIX70Hs3i1DR/NGpnZ3Mm2ch5M/+SDyiyuxc/3fKPIbKUmdpt82Eaeg3/AEQgE/78kcnHHxHbtJ2u7WZsxceAT7Ybuxa9PLTCM3MJ37R6asF5r3hlQmSI1GjG/dvKI6TJm1giI4hKYtT1BaT8VJF97O34dMkjaFfPb5ymAz6+1n3uO81pMu/Cv/Y8Oh2PT6Taza+LkR+fVzjkRuXgFTtZuY9m3EimO+iyUrL0gPk9P/A1ECSkAJKAEloASUgBLYGwGVtHsjpM8rASWgBJSAElACSiCLgJG07KSdtfxLHN50KeWik8+mmOZci+fu/Q9MX3AEDjjux6aT1p03FeVV7ObMmuklsu2EC++hGDwF/sERHH7mb5Gf1RXq9OSzg3YK+z87+DH9/czwptx8Bz/uXm1kbnikkz2gASPGjj7vfpO8lU7aorJpTORaiccUP4YejQxieGCA/ayHMUH6dcq8fSj7qijZOrOWw2N87A2KxJ9QBr5iOmlfSnfSnve1183gsCdvP4MJ4Q2UyYM44fxHKRUPxJvPXYU3n72Sks8Dp8M6p2zxRJIDyAaZWv00u2Ivo6RdiYraKTj1s0yZcmtpfB5P3HoeablMNcA+R/8O+x52xujrRdKuevj379xJy+vc+OodFKQH4NRP/xVvv3QT3njquzK3DMed/yCq6uaT2SzWHZzAdOqFlI2DHKz1BdZJeJg45uCvtGwMBaPsVk1g2vzTOUjtq3jslk+y7mELZWu7OZZsnIFFTrV8iZ0p0W/wOubj/j+cznvBCoI8uefcuHMkHOZ5oqweqKM0fQx/Y79uX8dmJlDnM0laLzux2mAXxXAL718Mx7NyYXhgO6stfsA6jHK4nFYSW44VYmo2xr7hWcvO4LCyb+OWX9RSQk9jV++FXJvD3P9Nr/6JAhaUuLN4vrtMJy2k7kA6aVl30N/RwU7ae00n7YZX7+K9/QZFaz+rDJ6gWD2Q/M9B67ZX+R8LCjh8LX1uHkF6fX1DPZSrTPrOP4ZSfzlF9kWYv+Ic00MsW/vOl9hZ/D1K6+O43w9w80+msHd5Fp9PmoFtsvE/M7CfOYFUfBvO/MIOVjuM7xUevdn6gxJQAkpACSgBJaAElMA4Aipp9Q2hBJSAElACSkAJKIH3QEAk7S2/mok5Ky7DwSd8lZLW6t1MxEO45dfHoH7Gvjjo+O/g1l/Pg8uzYLcjJ1M+nPuV5/HknZciONzH5O1NrDeo2eMKNqy+CWue+yMFKY1h1maj+JMhW/sffSlTtffjtSevoOPjR+rHbSlKOCf7bH9vkqoPXP9hisrSCfskcNS511G6Xglf7yYOBnsSLz/yK8rUp3D2pQ9RIlaZ/Qe6NuP+6+Rj+3EOsboQTZueYKrSxQFRt3CwVNHoMYMcwvW3my/hsdbi9M/dy97ZS1FWU4mTmC7ObK8/fSU2rpbf41j6oe9h+SFjNQrS37r68evQsf2v7Md9heJTJOfY9sqjP2Yf78Ooz517WwAAH+pJREFUYKL35AtvZI2DDw/ccB7rBmbjmI/+hmI6yFqFoyBJ2znskX3l8T8gEuzAuf/xFFzu/NEDdex6jX2yX6InHsKHPnI93n7hWvj4Uf6J/Lx5JSitncGKgv/itXyUHHrY8ft90yub2fq7duCBP56IHEcJ6wd+aPp4n77760wZd47uI/dLZG1F/QIce87vcct/Lmev7AxK72s48I0D4dJbYLgdT939bfj7tuHkT93OoWx/Za/w/dSeYzUWNtYm5OQ4Wb/wU0rX/XHfH07mq51M7t6FZ++7DINdzUxeX8/jNpijtmx9kX3Bl7N+oo//QeDX7Bz+Ke+dG+d99RG+H7yj5x7x9fIaP23S4StP+jb7bb+KeSs+hsUHnUfJXW32iwQH8Nffnozp8w/hf0iowLrV92HBfudh/2O+OA7dlrefwSsU6vP2Ow0HHvvdCVz1VyWgBJSAElACSkAJKIE9EVBJq+8LJaAElIASUAJKQAm8FwKMM8r/RLpZXaHWJlUGVlTTejwlvQXvuGVelxobKvYO+0oqVgY0Gc9nHZ6vEVFnn3De3Q8w2mUqKx7rVBi3o7VWcwXpdad/tk6UdX0Tr2f89e+JQzaP7JOOsdn9GJnnxtY+9sqJjDPczSplrVn3Jn1XzDeR1OO3bB5j92L8PhPvr3X9ux/L3Pxx7wlZZ5KJ6cwmklZeZ+M9G7uGPR9r4jXKvZf3QCb+LPfeHCt9bzL3NX356fs4/nqzz2mt6X977zJvxnc41jv8jez+DtVHlIASUAJKQAkoASWgBEb/nZH/0jbagqZYlIASUAJKQAkoASWgBP4+AZGICSn0nLDZWEgrXyLAMgJ1dBf+61YiETPP5+RMTLxOLuLyr4aJWGRsUdk+jo/ana69iuXsK4rzY/SOdNr43VypEZxkZeeQsWxJ/G5eO1n2iQu/if+KTYvqcFqp6//NFo+GmNp1adfr/waivlYJKAEloASUgBJQApOQgCZpJ+FN0SUpASWgBJSAElACk5dAJBzAs3ddxo/Yz89KMyY5VGsxez4rKOI8KOXH74OBfg6EsuoCZAjV5jX3oLx6EWoalk7ei+PKpJv07Rf/zDUHTYK3p/V59qseCIcrl/UNhex6/Ri7bcc+Jr+3i3n7xT9h2aGf2ttuo8/LoCrpu13+oa+k+37f9UsnzY4vP8r6CWZrc0Q0y0ax78krwtJDPvO/WqP8B4K7f3csDj3j56bqQDcloASUgBJQAkpACSiBfx8CKmn/fe6lXokSUAJKQAkoASXwARAIBX14/enrcciJXxqTcOnzmloCbtIt+uifzsVZX37W/G5nejbJQVnWx9RzTFI0SeEmIVVJ1lofg0+k05HWx+8lUWo++m8+Oh+3mg74WkmYykfdzcfg08+Zc/BxSfAmk0lzfKuSQY5vt1Kp/8AWi/hwww9nsB92FUqr5pkjJOKydl6LrIfHtpLBPBvPK+vNXJd09co6JUEs+8iaZH9rbdZ1yzAsea11TIuHbM/f+xV86KyrLFaGqSU85VpkXzmPXJ/UCFiD27iuxFhvr1lbul4gwY7VzL45PJ88buoDuBmGcmzhynSqdX3R0bXIev8Rds8/8Et2sX6eg9wKd6Oe5Doz9zNz3sw1iqDOvi7r+sfup1zXtV/34rSLn8KUOR+yOJhrEQ6ScJb18/i8P7JZfORx6/2SYZ/9uElOyz0x/JkCJyPhbBLjZG2NAuP94lrkHlh1FJJ2tt6T5hrSqefMOayT89x269y6KQEloASUgBJQAkpACeydgEravTPSPZSAElACSkAJKAElMEpAJO2rT1zDoWFfprSyemFlk2FOXS1vmiRt0+ZH0fjmdZizXJKTNszd9xw+9iQTqctRUDYFG1bfSEMYNt2yuUUzMHf5Kdi+/lHM2/estLgEOna9iqKyqdi54VkEhrZZ53DmYtaSM5nUnYEd3D8w3IWgr8mIutJaDstadhKaG19Ed9MqejTpMbXD6S7Dwv3PgTd/4tCwvd/UaGgIN/54Fj765RdQVr0AsWgYb73wBySiw0a+Ob2VPPa5lHxh7Nz4AqKhHg6X6jG/z152HqqmLMGaZ6/GkoM/w4FkP2PaeAWGet+m4EvAWzgdyw8+H8OD3di29m5zTBF7Tncp+trfxJEfuRrrXr6VonCAx4ugoHQBZi8+DmtfupF1DH6TVOXn/lE74xhynYEtr/1lVFwHR4ZQN+MgDuraB5teuZGHpYjl/cktnoEFK85iqvlOriGHg9t28DVRYsrHggMuhMebi7Wr/sy1DIiBZnK4AhV1i1E/ayVfP7HX9p35Pf/AL7DiQ59ierZ4dCdLUMex5vkbkYr2GcHpdJdg9j4fMQPQupre4rCxXUjFw1xTCtUzj8SM+YfxffEU+jte4z2O872Vhzee/gZO+uRTfG0ROpreQDTYLZqZvM82wnrXxkd4H/p59CTxeDF1zvHkPg+bXr8XQX8TB4NFzNC3GUvOQnnVDAz1tWD7unvJNEgOdhSWLeLQtePR07kdLRs5tCwtz1MUscsOuRiDPdvQ07GV7Lab/4Bgsxehbuah5L0P35NPcK2vm2uWc0xfdBqqOCxNNyWgBJSAElACSkAJKIG9E1BJu3dGuocSUAJKQAkoASWgBEYJiKR94LrzMW3B6aPdrCKyZi85BIPdW1gFYGfqdBGeuPVcnPa5p8zrREo+f9+X0LDgXCMUh/p3Ia+wzry+bdtTaFh4Kja9dgfm7XMKn5+LcHAY9127D86+bCvl2q2UbAeYPGOSAm/zmiex8sTP4q3nrsGspR9FScVUc46n7vwmDj/9x2jd9ixF2ywjgGUb7N6AaCSCJSs/PnoNkuT0D3YgztSonTKtqKw+3ac7/kZPlLThoB8t257h/nNM6tVcr6cMZVX1WPvqA9j/iE8aSS3pzOfvuRRHnXMdHrr+eBx3/l340w/LcMpFq1A9dZk5ya7Nz5NBOcXefVh44GdRWGxVQ0h68/l7v4zDz7wSz933XRz14V+boVmP3Hw8Djr+agz07EBxxWwjUR3sx9342p1YccRF5J5LPlG8+tRV5HwMqqcsxmDXVqRsklRm+pjHbnz7TxTZ52PdS9fj4JN/YtYqQc+B3lY0bXkG88m/p20j8ovrzVr8Azvx2M2n4ZJfBUeTtvJ4jL2wwwPtcPL1wm7i9titX+UxZpuKCHP/mYatnTod1Q3LKej/xBTs8eZxuc8iZ2unL4d/qBuzlx5r5LfUY7z44BU4+qM/wcuP/Rr7HfVFk26Nx0K44XslOPWip/naQUQiSczf9xRKXj+2vPU0v7dS+H8EBcXV5vhSi/viA/+BZYdfhpf+dhkOPeVq63FK66CvB2U18/HMXZ/GEWddN1phsX3dI5TZ0xEd6aHYLx+9hlQygs5dLyGvqBYhfyMWHvBlc198A114+q5LceL516N912soqphr6h3kv1+07dqMZSvP3I2PPqAElIASUAJKQAkoASWwOwGVtPquUAJKQAkoASWgBJTAeyBg6g6e+gMOOemyrCFgtGGUa9vWPgyX247y2uV49C8fwYe/+KLppg1QwK198UrKWKZOKewS0X6KtBqTjmza8iwWH/w55BeUYM1zf8TU2Qeht30Nps49ngJ2JkXl1zBj0SlcoQ2SEG3bsRErj/s0Nr9xN5O6Z6KwpNas/um7f4gDj/siXnn8asxYcLARkPLR/e7WdUx0VmLpwWOSVnpnWxpfougbMB/JnzbvyNEEbzaKbElbWjUfXa3r0bFjNdOl80x6t5tCs4RCurK2AY3rXsS+h583yuTJv34aR59zPf52wwk49uN34X9+UYozv7idKeAGc4rmrS/wnG40bbqPEvE/2N9bYR6XtOkzd30eh55+BV5++KcUiFeYx0OBQbQ2PsPkbSe7fWdzgBmvj/vu3PAMpfV/MMErovIhzFlyAtc03QjwNc9eRWE9A2526cpH/Rvfup2sL8LWNX/FYaf9p/lov2xD/Z3Y+ubdvG/L4OvfytTwbJPK7WVi9LVHLsXFvxyhpB0b+hUMDKB581PwFlShYd7hu717JEm7/9EXw5ubSdJa74/ejrex8dW7MZ0SWcS+b6CbsrQPU2YfgNj/a+/eY+wq6gCOz7bd3ba7bdm2VFoLFIhBQgoRIsRGgagIMShPHxAxGjUSiIkxJOifEiMkBjGBmIB/GIwhBIxAIo9AKEgJoNE2pFAxFQil5dHXtt1uH9vtXn8z5zXnnDnnzNy9pbe930149N6Z3/zmM3PO3fPr2bNSmF3x6Ytig0PqhcfvVpdcdavsifvV+Zf8KHqUhczh3lsH1FU3PacOHtB3M+s7qy8zsSYO7FNr/36frPN3zbORk6/Vj9yiLrz8l1IMf1LNnjtiXp6cnJJx35Ri9tXq1SdvU5ff+FD6S83e2fCsPDtjvnp3w+Nyd+wqNTBn2FR7x8d2qH27Nqn5i8VW6Tulrzexxsd2qmcf/J6s191q/cv3q9POkgK0zHVCF7J3bJc7im8MOLpoigACCCCAAAII9K4ARdreXXtmjgACCCCAAAJtCOgi7b+f/4NadXn5mbT6EQT9UqRddtpF6ok/3qhWyo+H7/xwgxThvqjeeOX36pSzrjU/yn5gfLOaN3KqeSTBe3In7cpVN0tB9mS1/pUH5U7OF9SsWcPq4qt/a57zuvovN8uPjX/T3GG5f+9WKZS+pS788g/Uf9f9VQp0V6ZF2hcevV1dcKkUaZ++S4quF0sBMnpG6Ueb/iFFu1PUys9FRbWQrwkpBP7p159S19zyohpZcqbauuU/Upx8Roq08svPJPa2zevUwqXnmSLtxvVr1Ge+cH1apH1eCq2XXHeveuqBr6ovfeth9dBdp6qv/3idzHOFSWHTxpfkeab9au+ej6TAOioey81zeQ8d3G1MLpIi7atP3yF3B9+Rpvz260+aovOJy8+VoqncsSt3d7775ktyJ+4N6p/P/Fx+7P4KKfZGd5HOX7RCCsprpJC6TArRIyb2W6/9WYq0P1Eb1z2sVl3xq7QwrYu0/3vtMbVo2blqxwfr5M7gsyXClBRV16l1q29TP7w9X6RtMnzpid+Ywuoc63EHus+OD16XQuo96oxzvm3Wc/eOt6XYekAtP/0CKagfkEcTfN6E1sXYNX/7ndz5+jP18lN3qiWfPEfuaB0Wm11qzWM3qMu+I480kF9gp9RsdcbKS9N03pC7sQ9LsXd4RN9d3VKTE2NSCJa7a8+7Rv1r9T1SHJYCqtSLDx0al325VvbPdVL4flENSjF5cO5i85cG295/Xe7o/oY8VuI+eVzFZ8VugSnS7hvbog7uH1XzF66Q3Cdk3GvNuON7dsov0rtJrfranXKH8n3q1DO/Iq/ONLmO7RmVwv33m7h4HwEEEEAAAQQQQEAEKNKyDRBAAAEEEEAAgQABfffmPrl7cHjB4vRxB0n3g/Lj6/o5qYOzh+QOw+3yzy4puOrHCSw1d0zOGhySP/dLce59U6zVhc6BgUH5EfIl8qPzg+bH2fUjBXSf5Hmmu7ZvlscVHDBDzOqfZe6QHZq/yPyo/Gy5Q3Sm/Mi//tI/Lj933kK1f3xU8tuTzqh/cFCetTqvVDD0mbK+q1U/CuCERSfJuHPMXa6j29+TgqJ+3q08U1XGnjM0Yh47cFCKhkP6ubfxL4rSj1PQdwvvkTtfhxd8Qu5WfU8KykvTOzYP7pcio8SYJfPevfMDKSjKs1Ll7ledr/6FYkNyN6i+e3PeCUvSVPUvuBqVfPTjA8wjaeVn6rXfoMxvr/jqH+9PvgblDtDZsg6jUoA1b0heAwMDElfs9u+RnJak6zd5aELy3yN3mi6Q+JvN4ymStZmUxy8skrt/+wKeSTu2a6usxUjpl47puDu3bTKOeoBZA/1mr/SLrb4bVs9Df+n/37trmzwy4UQpjI7J3HZInynTviX/HRYTXXTWMfTaJl/6URH6TmNtqb+0zwIx7x+cI8Xa92Xe+3R083zd+QtPkru+h8wvDdN7TP/CMe0/Z3ieGp6/xOyjsd3ybF6D2pLHIQzIM3qj/SuR01x1f7335ska67vG94/r4rFeV5nbnCHxXuyz1WiDAAIIIIAAAgj0vABF2p7fAgAggAACCCCAAAIIIIAAAggggAACCCCAwNEUoEh7NPUZGwEEEEAAAQQQQAABBBBAAAEEEEAAAQR6XoAibc9vAQAQQAABBBBAoFcEDh+eUBP75ZEMfB1TArOHFpUerXFMTYBkEUAAAQQQQAABBBoFKNI2EtEAAQQQQAABBBA49gWmpg6rdzY8p3Z8uJGC3zG0nPr5tWeef6U8F1j/MjC+EEAAAQQQQAABBI5XAYq0x+vKMi8EEEAAAQQQQKAoYP9mLXSOHYH4l7EdOwmTKQIIIIAAAggggECoAEXaUDHaI4AAAggggAACCCCAAAIIIIAAAggggAACHRSgSNtBTEIhgAACCCCAAAIIIIAAAggggAACCCCAAAKhAhRpQ8VojwACCCCAAAIIIIAAAggggAACCCCAAAIIdFCAIm0HMQmFAAIIIIAAAggggAACCCCAAAIIIIAAAgiEClCkDRWjPQIIIIAAAggggAACCCCAAAIIIIAAAggg0EEBirQdxCQUAggggAACCCCAAAIIIIAAAggggAACCCAQKkCRNlSM9ggggAACCCCAAAIIIIAAAggggAACCCCAQAcFKNJ2EJNQCCCAAAIIIIAAAggggAACCCCAAAIIIIBAqABF2lAx2iOAAAIIIIAAAggggAACCCCAAAIIIIAAAh0UoEjbQUxCIYAAAggggAACCCCAAAIIIIAAAggggAACoQIUaUPFaI8AAggggAACCCCAAAIIIIAAAggggAACCHRQgCJtBzEJhQACCCCAAAIIIIAAAggggAACCCCAAAIIhApQpA0Voz0CCCCAAAIIIIAAAggggAACCCCAAAIIINBBAYq0HcQkFAIIIIAAAggggAACCCCAAAIIIIAAAgggECpAkTZUjPYIIIAAAggggAACCCCAAAIIIIAAAggggEAHBSjSdgBz69sb1OTEQdXXEKsl76dtmhp3IC+fEH1JRkc4n+DwwR18Zhu38Yzt2Sxg4HzTvrYHaLtjda41If1HS1rqna6/5M/+nStzCwoR1DgbsrZbmzHdE6oP9rGcHxrm09HpJghWUL/4IRsyd2Zt+3hMU/VLMB3He806m2bl8dWYfmODwnmqLdHCIJVjulFyzQPzjc884VlXLGTw8MEdrFQ9TkSh4dv/nGkgDEkkbhvSpXh2buxb1aCxo+dWST7W7OaO11rK1TDqlHvHM15Vdo2xzHjOBJsnXD2Fwjziht7tHUM7QzjOC6UxyoM2pOFYhHI+Jkb2r2arpEXV+d1Kqi6/llfydbtBNrqHkSvC9MZ2DFva7P6MlS0rt9q04Cr3RHBUjw4eTdzTzy1QckLzi1bbyi9E4OLZQf1zbeeQC0wsbe41ba9G7Wbg0W+a40+zu0eCDU2cHz1HPavpz+tIRaigqfpYOVJpfNxxW60pdeLpZ6v+wdkf99DHxHgUaTuwTI/+4gq1a8tG1TfDcTVgvZQcbOYl3wsH1xVWzQXPjL4ZzTOK++t8ZjiKtB7XidkY0ri+ffRuqU1NJ53XzLp55PpGqkHFZiFyD59/tS/+jrfPtQautU6+MdUmFRf8GVzL3aaQmCvPvqY1TjvpMar2g24k7ycJ2XP0yCFa1MLamj9bnzSOjZ4LXexfcVyU+as3jz3drFX9cVkatjigo3t++WsOyNi3tB8qppC83Lx/8gdVpZHj+HQXbSytYm7OXLNNXmru3rTu84BrzU3ONWvsWs6aSpTzvJzu+/LpMjne6w9hyys+xJpczaGhu1VtF72pit+oyUvOU42Jla2BmUUcP8nDeWwX5p3uN9vb09c533RuhSBV+714jnDZlEJZL9jj2S9Xb5/41JVvkE+j8F5t7tb+Sc5n5fTcHzgpYNShSJFGTuNFGy13qq6cZ/Tprr9muD4CSv2s/Wy2VQNgnIjZztkmKh9Mpf3mwrENo//PjZ661ueU/wjTk4jjOvdz+QSQNov/pxUXRtL6iF1sK75nTaE1NRUdjkl7u599gBfen5qqv4CdiuMmIezW0ZjZRJOx9QVQ+hV3yNV77PfjhuZ9+SdfuIs6Z3GTqPnXozbleWT9svfSdkleuZCFuMU2OeBsiimhnUPatxgzn6f5Uzrv+H+svaNDZmvqmGN+CRLNLKbEajnWOB3XDF44hArFuWhtXL7ldUg5XRXYQojaNbNTcuyn8lI49kR+u2Q2FcdJXiGLV5p5gmfv3QJhZhrHcRGmge39mUuzGDU6HuLgyTHjbBS3dG5Za0K5uSXnl2wRrdDpCSp9LUvfsTcqPTKIqFey2QvHhcf+yW2RGCOKknz4WOeh0l6w90vdOT5u5zzOCpN0HmfZ8WVd+VQvcnreMAvt/5Vb0zjZkP7xvnIdk7kkamJGh4X/oIXDKD9X/zDWTneztv2XhhX62TI79lehT/748l/OEMeAqOWmDmdzureOzKD4gesWFLt0DLfV23Sa3LdTXXfPWnXCScvbD3Ic96RI24HFfeSn56vRd9dmn0d2TNcFgn7fXN3kB3d+PLlejF9zvuVxbeW8Hrcu5JwhkjNFMeem8eL3S9eJNf30UDOriqCJXWHdgoq05iK0uPCzSgvSpw6ZRn19/eVdMsPxWtwqH7uqSKoLqMkHi25jXVRao7nXWOda8VVan5kVFen4Al7FObirm+YDwj0DXemOBssubnXL5GNF/tsnY5fWKXkhW4TcxXHtBXXSt/ovIsrTcBxojj2UG7ZY2HbklG1PK37NnjZU5v2koldeP7t7vkhbEdh6uapAaOp41lBmPZ3hMtNSrArC0vo793/yYlxgcm1b55pXY7rmWvcXF0FFWgleKtI69ot9Ak+Los6UXZOLEMrO5bb6lcpTYbapTLz0FB2HMf/J/pXJO7ZsdP60OybNo6iuop1znyTL7fHh5tzjrhQKLK5zfTG/phpjn1251KeqdPrlM55zv7n2hFWkTVLOndtKJ0O7VXSg1m+h6F27KFpzyknXs1SkrT3+5XNJNlx3FWmjz5XaY7ywHrn8neeXZDGyN4trNb0ibVQQKF785i5Sk4uopBggV5x111VThw9HSdvFg3gaxeKfqyia9rMHacUxkzhx/FxB0sqqXKSNihBpkUoQkyK1vd2DirSFCrFdAMtfaJe18kXa+IyYelnF82RhrBDpcqTv5ePrPzmLwOkaFA9w/WcZs5X8db+um5SLCTmbYmEl/XO8O/WechZpC38xYKVSau/YZFGbwnwd+yyr0ueb5/d5OZd01vkFjLZz4TjIK2Z5pU5JgzSW1cZVq0nbxXnZY9bFqs0rORTjmI01Iqtd8RuySmfrfGAmn1Qn4+/VzF6K9nhGkT+e4x2Y/1yx10D/5Y4+Zk0kd0G1NVWOWXuikrxakms0THKtMlk+OHLroje2nkfdTUbVe7wUfEqPV9zPun80l5YqXr/ptoUck3VxHC+uIz19LXdOcS1ube/4mJC1bxq35n2znk39C2lUtk/2dv03G7lo6fmgkENlSoG5podtQD/Hqad5IZwHUH23gJTygSrOIW3Ha7ujH0t8IAU0djed3KvU9Q9sUiNLT552rOMxAEXaDqzqlvUvq0MHxt2RAk5s3k29G/pMrnxVfCTC+2Rit6nNofRmWMZhrSWrwA755lWd5QxaewVfLRZmUxUniZKcya2oAfPVTSubB8SpylJnV/62rSZwm2PmugXFsARqvr8MCumedO0h5I5fPrZDj0OfQf3mFrZmfjGt7GrDh40datRUEKyM53kea9cirF/Y8e+MHTage/Ha3bKFsZtTaW6RJNj0gwulq5P4lFB7bjSdHDn4pxUN29C+8lTSsPeC0ghonLtDPqCfz1zz4cL2s4uydI3juMpzXgcVX3RdtLtOCg0XVWnJxnHhq1/Kzb8uVs3Vqrm417k15ZI29JtIGq6hsJBG86kwOGLVr0f9pMJy9B087+Mzrfz5xB5HF7Eq5uDrWrm21QFqtkvoR2VhX0WRG7ZaNEay3zzOd6Wk0uJHYyW1mt5nprUTid70uQnUOVQDUtDMKhc0wfVYkabzg49XdrBna1z7gRawX/xOS15ZemjUxIl7txGkjS5ZHtPq7MVS26j6M+QoJ5ZkfQTTOIKhwxamaxKpT1v/pe6ylavU4Nx5YfPrkdYUaXtkoZkmAggggAACCCCAAAIIIIAAAggggAACCHSnAEXa7lwXskIAAQQQQAABBBBAAAEEEEAAAQQQQACBHhGgSNsjC800EUAAAQQQQAABBBBAAAEEEEAAAQQQQKA7BSjSdue6kBUCCCCAAAIIIIAAAggggAACCCCAAAII9IgARdoeWWimiQACCCCAAAIIIIAAAggggAACCCCAAALdKUCRtjvXhawQQAABBBBAAAEEEEAAAQQQQAABBBBAoEcEKNL2yEIzTQQQQAABBBBAAAEEEEAAAQQQQAABBBDoTgGKtN25LmSFAAIIIIAAAggggAACCCCAAAIIIIAAAj0iQJG2RxaaaSKAAAIIIIAAAggggAACCCCAAAIIIIBAdwpQpO3OdSErBBBAAAEEEEAAAQQQQAABBBBAAAEEEOgRAYq0PbLQTBMBBBBAAAEEEEAAAQQQQAABBBBAAAEEulOAIm13rgtZIYAAAggggAACCCCAAAIIIIAAAggggECPCFCk7ZGFZpoIIIAAAggggAACCCCAAAIIIIAAAggg0J0CFGm7c13ICgEEEEAAAQQQQAABBBBAAAEEEEAAAQR6RIAibY8sNNNEAAEEEEAAAQQQQAABBBBAAAEEEEAAge4UoEjbnetCVggggAACCCCAAAIIIIAAAggggAACCCDQIwIUaXtkoZkmAggggAACCCCAAAIIIIAAAggggAACCHSnwP8BHxfy+eGNTOIAAAAASUVORK5CYII=" id="86" name="Google Shape;86;p1"/>
          <p:cNvSpPr/>
          <p:nvPr/>
        </p:nvSpPr>
        <p:spPr>
          <a:xfrm>
            <a:off x="175040" y="-420965"/>
            <a:ext cx="7941617" cy="877692"/>
          </a:xfrm>
          <a:prstGeom prst="rect">
            <a:avLst/>
          </a:prstGeom>
          <a:noFill/>
          <a:ln>
            <a:noFill/>
          </a:ln>
        </p:spPr>
        <p:txBody>
          <a:bodyPr anchorCtr="0" anchor="t" bIns="42775" lIns="85575" spcFirstLastPara="1" rIns="85575" wrap="square" tIns="42775">
            <a:no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Calibri"/>
              <a:ea typeface="Calibri"/>
              <a:cs typeface="Calibri"/>
              <a:sym typeface="Calibri"/>
            </a:endParaRPr>
          </a:p>
        </p:txBody>
      </p:sp>
      <p:pic>
        <p:nvPicPr>
          <p:cNvPr id="87" name="Google Shape;87;p1"/>
          <p:cNvPicPr preferRelativeResize="0"/>
          <p:nvPr/>
        </p:nvPicPr>
        <p:blipFill rotWithShape="1">
          <a:blip r:embed="rId4">
            <a:alphaModFix/>
          </a:blip>
          <a:srcRect b="0" l="0" r="0" t="0"/>
          <a:stretch/>
        </p:blipFill>
        <p:spPr>
          <a:xfrm>
            <a:off x="5010731" y="122817"/>
            <a:ext cx="1755819" cy="667825"/>
          </a:xfrm>
          <a:prstGeom prst="rect">
            <a:avLst/>
          </a:prstGeom>
          <a:noFill/>
          <a:ln>
            <a:noFill/>
          </a:ln>
        </p:spPr>
      </p:pic>
      <p:pic>
        <p:nvPicPr>
          <p:cNvPr id="88" name="Google Shape;88;p1"/>
          <p:cNvPicPr preferRelativeResize="0"/>
          <p:nvPr/>
        </p:nvPicPr>
        <p:blipFill rotWithShape="1">
          <a:blip r:embed="rId5">
            <a:alphaModFix/>
          </a:blip>
          <a:srcRect b="0" l="0" r="0" t="0"/>
          <a:stretch/>
        </p:blipFill>
        <p:spPr>
          <a:xfrm>
            <a:off x="2623157" y="5773247"/>
            <a:ext cx="1522691" cy="945954"/>
          </a:xfrm>
          <a:prstGeom prst="rect">
            <a:avLst/>
          </a:prstGeom>
          <a:noFill/>
          <a:ln>
            <a:noFill/>
          </a:ln>
        </p:spPr>
      </p:pic>
      <p:pic>
        <p:nvPicPr>
          <p:cNvPr id="89" name="Google Shape;89;p1"/>
          <p:cNvPicPr preferRelativeResize="0"/>
          <p:nvPr/>
        </p:nvPicPr>
        <p:blipFill rotWithShape="1">
          <a:blip r:embed="rId6">
            <a:alphaModFix/>
          </a:blip>
          <a:srcRect b="0" l="0" r="0" t="0"/>
          <a:stretch/>
        </p:blipFill>
        <p:spPr>
          <a:xfrm>
            <a:off x="4485509" y="5763494"/>
            <a:ext cx="6668334" cy="955707"/>
          </a:xfrm>
          <a:prstGeom prst="rect">
            <a:avLst/>
          </a:prstGeom>
          <a:noFill/>
          <a:ln>
            <a:noFill/>
          </a:ln>
        </p:spPr>
      </p:pic>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ctrTitle"/>
          </p:nvPr>
        </p:nvSpPr>
        <p:spPr>
          <a:xfrm>
            <a:off x="1776730" y="47877"/>
            <a:ext cx="10331400" cy="1029300"/>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1"/>
              </a:buClr>
              <a:buSzPct val="100000"/>
              <a:buFont typeface="Calibri"/>
              <a:buNone/>
            </a:pPr>
            <a:r>
              <a:rPr b="1" lang="fr-FR" sz="3600">
                <a:solidFill>
                  <a:schemeClr val="lt1"/>
                </a:solidFill>
              </a:rPr>
              <a:t>FITSIPIKA TOKONY ARAHINA MANDRITRA NY FIOFANANA</a:t>
            </a:r>
            <a:endParaRPr>
              <a:solidFill>
                <a:schemeClr val="lt1"/>
              </a:solidFill>
            </a:endParaRPr>
          </a:p>
        </p:txBody>
      </p:sp>
      <p:sp>
        <p:nvSpPr>
          <p:cNvPr id="96" name="Google Shape;96;p2"/>
          <p:cNvSpPr txBox="1"/>
          <p:nvPr>
            <p:ph idx="1" type="subTitle"/>
          </p:nvPr>
        </p:nvSpPr>
        <p:spPr>
          <a:xfrm>
            <a:off x="4" y="1350516"/>
            <a:ext cx="12509189" cy="5851623"/>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0"/>
              </a:spcBef>
              <a:spcAft>
                <a:spcPts val="0"/>
              </a:spcAft>
              <a:buClr>
                <a:schemeClr val="dk1"/>
              </a:buClr>
              <a:buSzPts val="2600"/>
              <a:buNone/>
            </a:pPr>
            <a:r>
              <a:rPr lang="fr-FR" sz="2600">
                <a:solidFill>
                  <a:schemeClr val="dk1"/>
                </a:solidFill>
                <a:latin typeface="Times New Roman"/>
                <a:ea typeface="Times New Roman"/>
                <a:cs typeface="Times New Roman"/>
                <a:sym typeface="Times New Roman"/>
              </a:rPr>
              <a:t>	</a:t>
            </a:r>
            <a:endParaRPr sz="4500">
              <a:solidFill>
                <a:schemeClr val="dk1"/>
              </a:solidFill>
              <a:latin typeface="Times New Roman"/>
              <a:ea typeface="Times New Roman"/>
              <a:cs typeface="Times New Roman"/>
              <a:sym typeface="Times New Roman"/>
            </a:endParaRPr>
          </a:p>
          <a:p>
            <a:pPr indent="0" lvl="0" marL="0" rtl="0" algn="l">
              <a:lnSpc>
                <a:spcPct val="100000"/>
              </a:lnSpc>
              <a:spcBef>
                <a:spcPts val="900"/>
              </a:spcBef>
              <a:spcAft>
                <a:spcPts val="0"/>
              </a:spcAft>
              <a:buClr>
                <a:schemeClr val="dk1"/>
              </a:buClr>
              <a:buSzPts val="4500"/>
              <a:buNone/>
            </a:pPr>
            <a:r>
              <a:rPr lang="fr-FR" sz="4500">
                <a:solidFill>
                  <a:schemeClr val="dk1"/>
                </a:solidFill>
                <a:latin typeface="Times New Roman"/>
                <a:ea typeface="Times New Roman"/>
                <a:cs typeface="Times New Roman"/>
                <a:sym typeface="Times New Roman"/>
              </a:rPr>
              <a:t>	      </a:t>
            </a:r>
            <a:endParaRPr/>
          </a:p>
          <a:p>
            <a:pPr indent="0" lvl="0" marL="0" rtl="0" algn="l">
              <a:lnSpc>
                <a:spcPct val="100000"/>
              </a:lnSpc>
              <a:spcBef>
                <a:spcPts val="900"/>
              </a:spcBef>
              <a:spcAft>
                <a:spcPts val="0"/>
              </a:spcAft>
              <a:buClr>
                <a:schemeClr val="dk1"/>
              </a:buClr>
              <a:buSzPts val="4500"/>
              <a:buNone/>
            </a:pPr>
            <a:r>
              <a:rPr lang="fr-FR" sz="4500">
                <a:solidFill>
                  <a:schemeClr val="dk1"/>
                </a:solidFill>
                <a:latin typeface="Times New Roman"/>
                <a:ea typeface="Times New Roman"/>
                <a:cs typeface="Times New Roman"/>
                <a:sym typeface="Times New Roman"/>
              </a:rPr>
              <a:t>	</a:t>
            </a:r>
            <a:endParaRPr/>
          </a:p>
          <a:p>
            <a:pPr indent="0" lvl="0" marL="0" rtl="0" algn="l">
              <a:lnSpc>
                <a:spcPct val="100000"/>
              </a:lnSpc>
              <a:spcBef>
                <a:spcPts val="900"/>
              </a:spcBef>
              <a:spcAft>
                <a:spcPts val="0"/>
              </a:spcAft>
              <a:buClr>
                <a:schemeClr val="dk1"/>
              </a:buClr>
              <a:buSzPts val="4500"/>
              <a:buNone/>
            </a:pPr>
            <a:r>
              <a:rPr lang="fr-FR" sz="4500">
                <a:solidFill>
                  <a:schemeClr val="dk1"/>
                </a:solidFill>
                <a:latin typeface="Times New Roman"/>
                <a:ea typeface="Times New Roman"/>
                <a:cs typeface="Times New Roman"/>
                <a:sym typeface="Times New Roman"/>
              </a:rPr>
              <a:t>         </a:t>
            </a:r>
            <a:endParaRPr/>
          </a:p>
          <a:p>
            <a:pPr indent="0" lvl="0" marL="0" rtl="0" algn="l">
              <a:lnSpc>
                <a:spcPct val="100000"/>
              </a:lnSpc>
              <a:spcBef>
                <a:spcPts val="900"/>
              </a:spcBef>
              <a:spcAft>
                <a:spcPts val="0"/>
              </a:spcAft>
              <a:buClr>
                <a:schemeClr val="dk1"/>
              </a:buClr>
              <a:buSzPts val="4500"/>
              <a:buNone/>
            </a:pPr>
            <a:r>
              <a:rPr lang="fr-FR" sz="4500">
                <a:solidFill>
                  <a:schemeClr val="dk1"/>
                </a:solidFill>
                <a:latin typeface="Times New Roman"/>
                <a:ea typeface="Times New Roman"/>
                <a:cs typeface="Times New Roman"/>
                <a:sym typeface="Times New Roman"/>
              </a:rPr>
              <a:t>                          </a:t>
            </a:r>
            <a:endParaRPr/>
          </a:p>
          <a:p>
            <a:pPr indent="0" lvl="0" marL="0" rtl="0" algn="l">
              <a:lnSpc>
                <a:spcPct val="100000"/>
              </a:lnSpc>
              <a:spcBef>
                <a:spcPts val="600"/>
              </a:spcBef>
              <a:spcAft>
                <a:spcPts val="0"/>
              </a:spcAft>
              <a:buClr>
                <a:schemeClr val="dk1"/>
              </a:buClr>
              <a:buSzPts val="3000"/>
              <a:buNone/>
            </a:pPr>
            <a:r>
              <a:rPr lang="fr-FR">
                <a:latin typeface="Times New Roman"/>
                <a:ea typeface="Times New Roman"/>
                <a:cs typeface="Times New Roman"/>
                <a:sym typeface="Times New Roman"/>
              </a:rPr>
              <a:t>            </a:t>
            </a:r>
            <a:endParaRPr b="0">
              <a:latin typeface="Times New Roman"/>
              <a:ea typeface="Times New Roman"/>
              <a:cs typeface="Times New Roman"/>
              <a:sym typeface="Times New Roman"/>
            </a:endParaRPr>
          </a:p>
          <a:p>
            <a:pPr indent="0" lvl="0" marL="0" rtl="0" algn="ctr">
              <a:lnSpc>
                <a:spcPct val="100000"/>
              </a:lnSpc>
              <a:spcBef>
                <a:spcPts val="600"/>
              </a:spcBef>
              <a:spcAft>
                <a:spcPts val="0"/>
              </a:spcAft>
              <a:buClr>
                <a:schemeClr val="dk1"/>
              </a:buClr>
              <a:buSzPts val="3000"/>
              <a:buNone/>
            </a:pPr>
            <a:r>
              <a:t/>
            </a:r>
            <a:endParaRPr>
              <a:latin typeface="Times New Roman"/>
              <a:ea typeface="Times New Roman"/>
              <a:cs typeface="Times New Roman"/>
              <a:sym typeface="Times New Roman"/>
            </a:endParaRPr>
          </a:p>
        </p:txBody>
      </p:sp>
      <p:pic>
        <p:nvPicPr>
          <p:cNvPr id="97" name="Google Shape;97;p2"/>
          <p:cNvPicPr preferRelativeResize="0"/>
          <p:nvPr/>
        </p:nvPicPr>
        <p:blipFill rotWithShape="1">
          <a:blip r:embed="rId4">
            <a:alphaModFix/>
          </a:blip>
          <a:srcRect b="0" l="0" r="0" t="0"/>
          <a:stretch/>
        </p:blipFill>
        <p:spPr>
          <a:xfrm>
            <a:off x="45669" y="1494534"/>
            <a:ext cx="1626054" cy="958423"/>
          </a:xfrm>
          <a:prstGeom prst="rect">
            <a:avLst/>
          </a:prstGeom>
          <a:noFill/>
          <a:ln>
            <a:noFill/>
          </a:ln>
        </p:spPr>
      </p:pic>
      <p:pic>
        <p:nvPicPr>
          <p:cNvPr id="98" name="Google Shape;98;p2"/>
          <p:cNvPicPr preferRelativeResize="0"/>
          <p:nvPr/>
        </p:nvPicPr>
        <p:blipFill rotWithShape="1">
          <a:blip r:embed="rId5">
            <a:alphaModFix/>
          </a:blip>
          <a:srcRect b="17500" l="0" r="4456" t="0"/>
          <a:stretch/>
        </p:blipFill>
        <p:spPr>
          <a:xfrm>
            <a:off x="45669" y="2719985"/>
            <a:ext cx="1500970" cy="1029361"/>
          </a:xfrm>
          <a:prstGeom prst="rect">
            <a:avLst/>
          </a:prstGeom>
          <a:noFill/>
          <a:ln>
            <a:noFill/>
          </a:ln>
        </p:spPr>
      </p:pic>
      <p:pic>
        <p:nvPicPr>
          <p:cNvPr id="99" name="Google Shape;99;p2"/>
          <p:cNvPicPr preferRelativeResize="0"/>
          <p:nvPr/>
        </p:nvPicPr>
        <p:blipFill rotWithShape="1">
          <a:blip r:embed="rId6">
            <a:alphaModFix/>
          </a:blip>
          <a:srcRect b="6425" l="14899" r="17921" t="5139"/>
          <a:stretch/>
        </p:blipFill>
        <p:spPr>
          <a:xfrm>
            <a:off x="1" y="3934572"/>
            <a:ext cx="1732462" cy="1179596"/>
          </a:xfrm>
          <a:prstGeom prst="rect">
            <a:avLst/>
          </a:prstGeom>
          <a:noFill/>
          <a:ln>
            <a:noFill/>
          </a:ln>
        </p:spPr>
      </p:pic>
      <p:pic>
        <p:nvPicPr>
          <p:cNvPr id="100" name="Google Shape;100;p2"/>
          <p:cNvPicPr preferRelativeResize="0"/>
          <p:nvPr/>
        </p:nvPicPr>
        <p:blipFill rotWithShape="1">
          <a:blip r:embed="rId7">
            <a:alphaModFix/>
          </a:blip>
          <a:srcRect b="0" l="0" r="0" t="0"/>
          <a:stretch/>
        </p:blipFill>
        <p:spPr>
          <a:xfrm>
            <a:off x="45681" y="5358714"/>
            <a:ext cx="1731049" cy="1276165"/>
          </a:xfrm>
          <a:prstGeom prst="rect">
            <a:avLst/>
          </a:prstGeom>
          <a:noFill/>
          <a:ln>
            <a:noFill/>
          </a:ln>
        </p:spPr>
      </p:pic>
      <p:sp>
        <p:nvSpPr>
          <p:cNvPr id="101" name="Google Shape;101;p2"/>
          <p:cNvSpPr txBox="1"/>
          <p:nvPr/>
        </p:nvSpPr>
        <p:spPr>
          <a:xfrm flipH="1">
            <a:off x="1718675" y="2886868"/>
            <a:ext cx="9146972" cy="797501"/>
          </a:xfrm>
          <a:prstGeom prst="rect">
            <a:avLst/>
          </a:prstGeom>
          <a:noFill/>
          <a:ln>
            <a:noFill/>
          </a:ln>
        </p:spPr>
        <p:txBody>
          <a:bodyPr anchorCtr="0" anchor="t" bIns="42775" lIns="85575" spcFirstLastPara="1" rIns="85575" wrap="square" tIns="42775">
            <a:spAutoFit/>
          </a:bodyPr>
          <a:lstStyle/>
          <a:p>
            <a:pPr indent="0" lvl="0" marL="0" marR="0" rtl="0" algn="l">
              <a:lnSpc>
                <a:spcPct val="100000"/>
              </a:lnSpc>
              <a:spcBef>
                <a:spcPts val="0"/>
              </a:spcBef>
              <a:spcAft>
                <a:spcPts val="0"/>
              </a:spcAft>
              <a:buClr>
                <a:srgbClr val="000000"/>
              </a:buClr>
              <a:buSzPts val="4500"/>
              <a:buFont typeface="Arial"/>
              <a:buNone/>
            </a:pPr>
            <a:r>
              <a:rPr b="0" i="0" lang="fr-FR" sz="4500" u="none" cap="none" strike="noStrike">
                <a:solidFill>
                  <a:schemeClr val="lt1"/>
                </a:solidFill>
                <a:latin typeface="Times New Roman"/>
                <a:ea typeface="Times New Roman"/>
                <a:cs typeface="Times New Roman"/>
                <a:sym typeface="Times New Roman"/>
              </a:rPr>
              <a:t>Hajaina ny fahanginana</a:t>
            </a:r>
            <a:endParaRPr b="0" i="0" sz="4500" u="none" cap="none" strike="noStrike">
              <a:solidFill>
                <a:schemeClr val="lt1"/>
              </a:solidFill>
              <a:latin typeface="Times New Roman"/>
              <a:ea typeface="Times New Roman"/>
              <a:cs typeface="Times New Roman"/>
              <a:sym typeface="Times New Roman"/>
            </a:endParaRPr>
          </a:p>
        </p:txBody>
      </p:sp>
      <p:sp>
        <p:nvSpPr>
          <p:cNvPr id="102" name="Google Shape;102;p2"/>
          <p:cNvSpPr txBox="1"/>
          <p:nvPr/>
        </p:nvSpPr>
        <p:spPr>
          <a:xfrm>
            <a:off x="1685066" y="4098974"/>
            <a:ext cx="9940861" cy="797501"/>
          </a:xfrm>
          <a:prstGeom prst="rect">
            <a:avLst/>
          </a:prstGeom>
          <a:noFill/>
          <a:ln>
            <a:noFill/>
          </a:ln>
        </p:spPr>
        <p:txBody>
          <a:bodyPr anchorCtr="0" anchor="t" bIns="42775" lIns="85575" spcFirstLastPara="1" rIns="85575" wrap="square" tIns="42775">
            <a:spAutoFit/>
          </a:bodyPr>
          <a:lstStyle/>
          <a:p>
            <a:pPr indent="0" lvl="0" marL="0" marR="0" rtl="0" algn="l">
              <a:lnSpc>
                <a:spcPct val="100000"/>
              </a:lnSpc>
              <a:spcBef>
                <a:spcPts val="0"/>
              </a:spcBef>
              <a:spcAft>
                <a:spcPts val="0"/>
              </a:spcAft>
              <a:buClr>
                <a:srgbClr val="000000"/>
              </a:buClr>
              <a:buSzPts val="4500"/>
              <a:buFont typeface="Arial"/>
              <a:buNone/>
            </a:pPr>
            <a:r>
              <a:rPr b="0" i="0" lang="fr-FR" sz="4500" u="none" cap="none" strike="noStrike">
                <a:solidFill>
                  <a:schemeClr val="lt1"/>
                </a:solidFill>
                <a:latin typeface="Times New Roman"/>
                <a:ea typeface="Times New Roman"/>
                <a:cs typeface="Times New Roman"/>
                <a:sym typeface="Times New Roman"/>
              </a:rPr>
              <a:t>Vonoina avokoa ny finday</a:t>
            </a:r>
            <a:endParaRPr b="0" i="0" sz="4500" u="none" cap="none" strike="noStrike">
              <a:solidFill>
                <a:schemeClr val="lt1"/>
              </a:solidFill>
              <a:latin typeface="Times New Roman"/>
              <a:ea typeface="Times New Roman"/>
              <a:cs typeface="Times New Roman"/>
              <a:sym typeface="Times New Roman"/>
            </a:endParaRPr>
          </a:p>
        </p:txBody>
      </p:sp>
      <p:sp>
        <p:nvSpPr>
          <p:cNvPr id="103" name="Google Shape;103;p2"/>
          <p:cNvSpPr txBox="1"/>
          <p:nvPr/>
        </p:nvSpPr>
        <p:spPr>
          <a:xfrm>
            <a:off x="1732475" y="5414430"/>
            <a:ext cx="9331787" cy="1506509"/>
          </a:xfrm>
          <a:prstGeom prst="rect">
            <a:avLst/>
          </a:prstGeom>
          <a:noFill/>
          <a:ln>
            <a:noFill/>
          </a:ln>
        </p:spPr>
        <p:txBody>
          <a:bodyPr anchorCtr="0" anchor="t" bIns="42775" lIns="85575" spcFirstLastPara="1" rIns="85575" wrap="square" tIns="42775">
            <a:spAutoFit/>
          </a:bodyPr>
          <a:lstStyle/>
          <a:p>
            <a:pPr indent="0" lvl="0" marL="0" marR="0" rtl="0" algn="l">
              <a:lnSpc>
                <a:spcPct val="100000"/>
              </a:lnSpc>
              <a:spcBef>
                <a:spcPts val="0"/>
              </a:spcBef>
              <a:spcAft>
                <a:spcPts val="0"/>
              </a:spcAft>
              <a:buClr>
                <a:srgbClr val="000000"/>
              </a:buClr>
              <a:buSzPts val="4500"/>
              <a:buFont typeface="Arial"/>
              <a:buNone/>
            </a:pPr>
            <a:r>
              <a:rPr b="0" i="0" lang="fr-FR" sz="4500" u="none" cap="none" strike="noStrike">
                <a:solidFill>
                  <a:schemeClr val="lt1"/>
                </a:solidFill>
                <a:latin typeface="Times New Roman"/>
                <a:ea typeface="Times New Roman"/>
                <a:cs typeface="Times New Roman"/>
                <a:sym typeface="Times New Roman"/>
              </a:rPr>
              <a:t>Tsy tokony hisy olona hivezivezy mandritra ny fiofanana</a:t>
            </a:r>
            <a:endParaRPr b="0" i="0" sz="4500" u="none" cap="none" strike="noStrike">
              <a:solidFill>
                <a:schemeClr val="lt1"/>
              </a:solidFill>
              <a:latin typeface="Times New Roman"/>
              <a:ea typeface="Times New Roman"/>
              <a:cs typeface="Times New Roman"/>
              <a:sym typeface="Times New Roman"/>
            </a:endParaRPr>
          </a:p>
        </p:txBody>
      </p:sp>
      <p:sp>
        <p:nvSpPr>
          <p:cNvPr id="104" name="Google Shape;104;p2"/>
          <p:cNvSpPr txBox="1"/>
          <p:nvPr/>
        </p:nvSpPr>
        <p:spPr>
          <a:xfrm>
            <a:off x="7812956" y="3438749"/>
            <a:ext cx="184731" cy="3623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dk1"/>
              </a:solidFill>
              <a:latin typeface="Calibri"/>
              <a:ea typeface="Calibri"/>
              <a:cs typeface="Calibri"/>
              <a:sym typeface="Calibri"/>
            </a:endParaRPr>
          </a:p>
        </p:txBody>
      </p:sp>
      <p:sp>
        <p:nvSpPr>
          <p:cNvPr id="105" name="Google Shape;105;p2"/>
          <p:cNvSpPr txBox="1"/>
          <p:nvPr/>
        </p:nvSpPr>
        <p:spPr>
          <a:xfrm flipH="1">
            <a:off x="1696430" y="1674028"/>
            <a:ext cx="9146972" cy="797501"/>
          </a:xfrm>
          <a:prstGeom prst="rect">
            <a:avLst/>
          </a:prstGeom>
          <a:noFill/>
          <a:ln>
            <a:noFill/>
          </a:ln>
        </p:spPr>
        <p:txBody>
          <a:bodyPr anchorCtr="0" anchor="t" bIns="42775" lIns="85575" spcFirstLastPara="1" rIns="85575" wrap="square" tIns="42775">
            <a:spAutoFit/>
          </a:bodyPr>
          <a:lstStyle/>
          <a:p>
            <a:pPr indent="0" lvl="0" marL="0" marR="0" rtl="0" algn="l">
              <a:lnSpc>
                <a:spcPct val="100000"/>
              </a:lnSpc>
              <a:spcBef>
                <a:spcPts val="0"/>
              </a:spcBef>
              <a:spcAft>
                <a:spcPts val="0"/>
              </a:spcAft>
              <a:buClr>
                <a:srgbClr val="000000"/>
              </a:buClr>
              <a:buSzPts val="4500"/>
              <a:buFont typeface="Arial"/>
              <a:buNone/>
            </a:pPr>
            <a:r>
              <a:rPr b="0" i="0" lang="fr-FR" sz="4500" u="none" cap="none" strike="noStrike">
                <a:solidFill>
                  <a:schemeClr val="lt1"/>
                </a:solidFill>
                <a:latin typeface="Times New Roman"/>
                <a:ea typeface="Times New Roman"/>
                <a:cs typeface="Times New Roman"/>
                <a:sym typeface="Times New Roman"/>
              </a:rPr>
              <a:t>Hajaina ny fotoana hidirana</a:t>
            </a:r>
            <a:endParaRPr b="0" i="0" sz="4500" u="none" cap="none" strike="noStrike">
              <a:solidFill>
                <a:schemeClr val="lt1"/>
              </a:solidFill>
              <a:latin typeface="Times New Roman"/>
              <a:ea typeface="Times New Roman"/>
              <a:cs typeface="Times New Roman"/>
              <a:sym typeface="Times New Roman"/>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p3"/>
          <p:cNvSpPr txBox="1"/>
          <p:nvPr>
            <p:ph type="ctrTitle"/>
          </p:nvPr>
        </p:nvSpPr>
        <p:spPr>
          <a:xfrm>
            <a:off x="1612250" y="274275"/>
            <a:ext cx="10809600" cy="877500"/>
          </a:xfrm>
          <a:prstGeom prst="rect">
            <a:avLst/>
          </a:prstGeom>
          <a:solidFill>
            <a:srgbClr val="00B0F0"/>
          </a:solidFill>
          <a:ln cap="flat" cmpd="sng" w="9525">
            <a:solidFill>
              <a:srgbClr val="00B050"/>
            </a:solidFill>
            <a:prstDash val="solid"/>
            <a:round/>
            <a:headEnd len="sm" w="sm" type="none"/>
            <a:tailEnd len="sm" w="sm" type="none"/>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Times New Roman"/>
              <a:buNone/>
            </a:pPr>
            <a:r>
              <a:rPr b="1" lang="fr-FR" sz="4500">
                <a:solidFill>
                  <a:schemeClr val="lt1"/>
                </a:solidFill>
                <a:latin typeface="Times New Roman"/>
                <a:ea typeface="Times New Roman"/>
                <a:cs typeface="Times New Roman"/>
                <a:sym typeface="Times New Roman"/>
              </a:rPr>
              <a:t>FAMPIDIRANA</a:t>
            </a:r>
            <a:endParaRPr>
              <a:solidFill>
                <a:schemeClr val="lt1"/>
              </a:solidFill>
            </a:endParaRPr>
          </a:p>
        </p:txBody>
      </p:sp>
      <p:sp>
        <p:nvSpPr>
          <p:cNvPr id="111" name="Google Shape;111;p3"/>
          <p:cNvSpPr txBox="1"/>
          <p:nvPr>
            <p:ph idx="1" type="subTitle"/>
          </p:nvPr>
        </p:nvSpPr>
        <p:spPr>
          <a:xfrm>
            <a:off x="2" y="1475209"/>
            <a:ext cx="12421800" cy="5796900"/>
          </a:xfrm>
          <a:prstGeom prst="rect">
            <a:avLst/>
          </a:prstGeom>
          <a:noFill/>
          <a:ln>
            <a:noFill/>
          </a:ln>
        </p:spPr>
        <p:txBody>
          <a:bodyPr anchorCtr="0" anchor="t" bIns="42775" lIns="85575" spcFirstLastPara="1" rIns="85575" wrap="square" tIns="42775">
            <a:spAutoFit/>
          </a:bodyPr>
          <a:lstStyle/>
          <a:p>
            <a:pPr indent="0" lvl="0" marL="0" rtl="0" algn="just">
              <a:lnSpc>
                <a:spcPct val="100000"/>
              </a:lnSpc>
              <a:spcBef>
                <a:spcPts val="0"/>
              </a:spcBef>
              <a:spcAft>
                <a:spcPts val="0"/>
              </a:spcAft>
              <a:buClr>
                <a:schemeClr val="dk1"/>
              </a:buClr>
              <a:buSzPts val="3700"/>
              <a:buNone/>
            </a:pPr>
            <a:r>
              <a:rPr lang="fr-FR" sz="3700">
                <a:solidFill>
                  <a:schemeClr val="lt1"/>
                </a:solidFill>
                <a:latin typeface="Calibri"/>
                <a:ea typeface="Calibri"/>
                <a:cs typeface="Calibri"/>
                <a:sym typeface="Calibri"/>
              </a:rPr>
              <a:t>RSU : Registre Social Unique </a:t>
            </a:r>
            <a:r>
              <a:rPr lang="fr-FR" sz="3400">
                <a:solidFill>
                  <a:schemeClr val="lt1"/>
                </a:solidFill>
                <a:latin typeface="Calibri"/>
                <a:ea typeface="Calibri"/>
                <a:cs typeface="Calibri"/>
                <a:sym typeface="Calibri"/>
              </a:rPr>
              <a:t>    </a:t>
            </a:r>
            <a:endParaRPr sz="3400">
              <a:solidFill>
                <a:schemeClr val="lt1"/>
              </a:solidFill>
              <a:latin typeface="Calibri"/>
              <a:ea typeface="Calibri"/>
              <a:cs typeface="Calibri"/>
              <a:sym typeface="Calibri"/>
            </a:endParaRPr>
          </a:p>
          <a:p>
            <a:pPr indent="0" lvl="0" marL="0" rtl="0" algn="just">
              <a:lnSpc>
                <a:spcPct val="100000"/>
              </a:lnSpc>
              <a:spcBef>
                <a:spcPts val="0"/>
              </a:spcBef>
              <a:spcAft>
                <a:spcPts val="0"/>
              </a:spcAft>
              <a:buClr>
                <a:schemeClr val="dk1"/>
              </a:buClr>
              <a:buSzPts val="3400"/>
              <a:buNone/>
            </a:pPr>
            <a:r>
              <a:rPr lang="fr-FR" sz="3400">
                <a:solidFill>
                  <a:schemeClr val="dk1"/>
                </a:solidFill>
                <a:latin typeface="Times New Roman"/>
                <a:ea typeface="Times New Roman"/>
                <a:cs typeface="Times New Roman"/>
                <a:sym typeface="Times New Roman"/>
              </a:rPr>
              <a:t> </a:t>
            </a:r>
            <a:endParaRPr sz="34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4500"/>
              <a:buNone/>
            </a:pPr>
            <a:r>
              <a:rPr lang="fr-FR" sz="4500">
                <a:solidFill>
                  <a:schemeClr val="dk1"/>
                </a:solidFill>
                <a:latin typeface="Times New Roman"/>
                <a:ea typeface="Times New Roman"/>
                <a:cs typeface="Times New Roman"/>
                <a:sym typeface="Times New Roman"/>
              </a:rPr>
              <a:t>  </a:t>
            </a:r>
            <a:r>
              <a:rPr lang="fr-FR" sz="3400">
                <a:solidFill>
                  <a:schemeClr val="dk1"/>
                </a:solidFill>
                <a:latin typeface="Times New Roman"/>
                <a:ea typeface="Times New Roman"/>
                <a:cs typeface="Times New Roman"/>
                <a:sym typeface="Times New Roman"/>
              </a:rPr>
              <a:t>       </a:t>
            </a:r>
            <a:endParaRPr sz="3400">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Calibri"/>
              <a:ea typeface="Calibri"/>
              <a:cs typeface="Calibri"/>
              <a:sym typeface="Calibri"/>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Calibri"/>
              <a:ea typeface="Calibri"/>
              <a:cs typeface="Calibri"/>
              <a:sym typeface="Calibri"/>
            </a:endParaRPr>
          </a:p>
          <a:p>
            <a:pPr indent="0" lvl="0" marL="0" rtl="0" algn="just">
              <a:lnSpc>
                <a:spcPct val="100000"/>
              </a:lnSpc>
              <a:spcBef>
                <a:spcPts val="0"/>
              </a:spcBef>
              <a:spcAft>
                <a:spcPts val="0"/>
              </a:spcAft>
              <a:buClr>
                <a:schemeClr val="dk1"/>
              </a:buClr>
              <a:buSzPts val="1700"/>
              <a:buNone/>
            </a:pPr>
            <a:r>
              <a:t/>
            </a:r>
            <a:endParaRPr sz="1700">
              <a:solidFill>
                <a:srgbClr val="FFFFFF"/>
              </a:solidFill>
            </a:endParaRPr>
          </a:p>
          <a:p>
            <a:pPr indent="-320989" lvl="0" marL="534981" rtl="0" algn="just">
              <a:lnSpc>
                <a:spcPct val="100000"/>
              </a:lnSpc>
              <a:spcBef>
                <a:spcPts val="0"/>
              </a:spcBef>
              <a:spcAft>
                <a:spcPts val="0"/>
              </a:spcAft>
              <a:buClr>
                <a:srgbClr val="000000"/>
              </a:buClr>
              <a:buSzPts val="3600"/>
              <a:buNone/>
            </a:pPr>
            <a:r>
              <a:t/>
            </a:r>
            <a:endParaRPr sz="3400">
              <a:solidFill>
                <a:srgbClr val="000000"/>
              </a:solidFill>
              <a:latin typeface="Calibri"/>
              <a:ea typeface="Calibri"/>
              <a:cs typeface="Calibri"/>
              <a:sym typeface="Calibri"/>
            </a:endParaRPr>
          </a:p>
          <a:p>
            <a:pPr indent="0" lvl="0" marL="0" rtl="0" algn="just">
              <a:lnSpc>
                <a:spcPct val="100000"/>
              </a:lnSpc>
              <a:spcBef>
                <a:spcPts val="0"/>
              </a:spcBef>
              <a:spcAft>
                <a:spcPts val="0"/>
              </a:spcAft>
              <a:buClr>
                <a:schemeClr val="dk1"/>
              </a:buClr>
              <a:buSzPts val="3400"/>
              <a:buNone/>
            </a:pPr>
            <a:r>
              <a:t/>
            </a:r>
            <a:endParaRPr sz="3400">
              <a:solidFill>
                <a:srgbClr val="000000"/>
              </a:solidFill>
              <a:latin typeface="Calibri"/>
              <a:ea typeface="Calibri"/>
              <a:cs typeface="Calibri"/>
              <a:sym typeface="Calibri"/>
            </a:endParaRPr>
          </a:p>
        </p:txBody>
      </p:sp>
      <p:pic>
        <p:nvPicPr>
          <p:cNvPr id="112" name="Google Shape;112;p3"/>
          <p:cNvPicPr preferRelativeResize="0"/>
          <p:nvPr/>
        </p:nvPicPr>
        <p:blipFill rotWithShape="1">
          <a:blip r:embed="rId4">
            <a:alphaModFix/>
          </a:blip>
          <a:srcRect b="0" l="0" r="0" t="0"/>
          <a:stretch/>
        </p:blipFill>
        <p:spPr>
          <a:xfrm>
            <a:off x="5750791" y="2646172"/>
            <a:ext cx="4375051" cy="1729156"/>
          </a:xfrm>
          <a:prstGeom prst="rect">
            <a:avLst/>
          </a:prstGeom>
          <a:noFill/>
          <a:ln>
            <a:noFill/>
          </a:ln>
        </p:spPr>
      </p:pic>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16" name="Shape 116"/>
        <p:cNvGrpSpPr/>
        <p:nvPr/>
      </p:nvGrpSpPr>
      <p:grpSpPr>
        <a:xfrm>
          <a:off x="0" y="0"/>
          <a:ext cx="0" cy="0"/>
          <a:chOff x="0" y="0"/>
          <a:chExt cx="0" cy="0"/>
        </a:xfrm>
      </p:grpSpPr>
      <p:sp>
        <p:nvSpPr>
          <p:cNvPr id="117" name="Google Shape;117;p4"/>
          <p:cNvSpPr txBox="1"/>
          <p:nvPr>
            <p:ph type="ctrTitle"/>
          </p:nvPr>
        </p:nvSpPr>
        <p:spPr>
          <a:xfrm>
            <a:off x="1647629" y="228384"/>
            <a:ext cx="10657200" cy="1467900"/>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100"/>
              <a:buFont typeface="Calibri"/>
              <a:buNone/>
            </a:pPr>
            <a:r>
              <a:rPr b="1" lang="fr-FR">
                <a:solidFill>
                  <a:schemeClr val="lt1"/>
                </a:solidFill>
              </a:rPr>
              <a:t>TANJON’NY FIOFANANA</a:t>
            </a:r>
            <a:endParaRPr>
              <a:solidFill>
                <a:schemeClr val="lt1"/>
              </a:solidFill>
            </a:endParaRPr>
          </a:p>
        </p:txBody>
      </p:sp>
      <p:sp>
        <p:nvSpPr>
          <p:cNvPr id="118" name="Google Shape;118;p4"/>
          <p:cNvSpPr txBox="1"/>
          <p:nvPr>
            <p:ph idx="1" type="subTitle"/>
          </p:nvPr>
        </p:nvSpPr>
        <p:spPr>
          <a:xfrm>
            <a:off x="324123" y="1978937"/>
            <a:ext cx="11881320" cy="4850771"/>
          </a:xfrm>
          <a:prstGeom prst="rect">
            <a:avLst/>
          </a:prstGeom>
          <a:noFill/>
          <a:ln>
            <a:noFill/>
          </a:ln>
        </p:spPr>
        <p:txBody>
          <a:bodyPr anchorCtr="0" anchor="t" bIns="42775" lIns="85575" spcFirstLastPara="1" rIns="85575" wrap="square" tIns="42775">
            <a:normAutofit/>
          </a:bodyPr>
          <a:lstStyle/>
          <a:p>
            <a:pPr indent="-427985" lvl="0" marL="427985" rtl="0" algn="l">
              <a:lnSpc>
                <a:spcPct val="100000"/>
              </a:lnSpc>
              <a:spcBef>
                <a:spcPts val="0"/>
              </a:spcBef>
              <a:spcAft>
                <a:spcPts val="0"/>
              </a:spcAft>
              <a:buClr>
                <a:schemeClr val="lt1"/>
              </a:buClr>
              <a:buSzPts val="4100"/>
              <a:buFont typeface="Noto Sans Symbols"/>
              <a:buChar char="⮚"/>
            </a:pPr>
            <a:r>
              <a:rPr lang="fr-FR" sz="4100">
                <a:solidFill>
                  <a:schemeClr val="lt1"/>
                </a:solidFill>
              </a:rPr>
              <a:t>Hahay hampihatra ny zavatra azony nandritra ny fiofanan’ ireo RLF</a:t>
            </a:r>
            <a:endParaRPr>
              <a:solidFill>
                <a:schemeClr val="lt1"/>
              </a:solidFill>
            </a:endParaRPr>
          </a:p>
          <a:p>
            <a:pPr indent="-427985" lvl="0" marL="427985" rtl="0" algn="l">
              <a:lnSpc>
                <a:spcPct val="100000"/>
              </a:lnSpc>
              <a:spcBef>
                <a:spcPts val="820"/>
              </a:spcBef>
              <a:spcAft>
                <a:spcPts val="0"/>
              </a:spcAft>
              <a:buClr>
                <a:schemeClr val="lt1"/>
              </a:buClr>
              <a:buSzPts val="4100"/>
              <a:buFont typeface="Noto Sans Symbols"/>
              <a:buChar char="⮚"/>
            </a:pPr>
            <a:r>
              <a:rPr lang="fr-FR" sz="4100">
                <a:solidFill>
                  <a:schemeClr val="lt1"/>
                </a:solidFill>
              </a:rPr>
              <a:t>Hahay handrindra ny asany araky ny tokony ho izy izay mifanaraka amin’ny toro-lalana nomena azy</a:t>
            </a:r>
            <a:endParaRPr sz="4100">
              <a:solidFill>
                <a:schemeClr val="lt1"/>
              </a:solidFill>
            </a:endParaRPr>
          </a:p>
          <a:p>
            <a:pPr indent="-427985" lvl="0" marL="427985" rtl="0" algn="l">
              <a:lnSpc>
                <a:spcPct val="100000"/>
              </a:lnSpc>
              <a:spcBef>
                <a:spcPts val="820"/>
              </a:spcBef>
              <a:spcAft>
                <a:spcPts val="0"/>
              </a:spcAft>
              <a:buClr>
                <a:schemeClr val="lt1"/>
              </a:buClr>
              <a:buSzPts val="4100"/>
              <a:buFont typeface="Noto Sans Symbols"/>
              <a:buChar char="⮚"/>
            </a:pPr>
            <a:r>
              <a:rPr lang="fr-FR" sz="4100">
                <a:solidFill>
                  <a:schemeClr val="lt1"/>
                </a:solidFill>
              </a:rPr>
              <a:t>Hahafehy ny asany zato isan’jato amin’ny maha RLF azy</a:t>
            </a:r>
            <a:endParaRPr sz="4100">
              <a:solidFill>
                <a:schemeClr val="lt1"/>
              </a:solidFill>
            </a:endParaRPr>
          </a:p>
          <a:p>
            <a:pPr indent="-167635" lvl="0" marL="427985" rtl="0" algn="l">
              <a:lnSpc>
                <a:spcPct val="100000"/>
              </a:lnSpc>
              <a:spcBef>
                <a:spcPts val="820"/>
              </a:spcBef>
              <a:spcAft>
                <a:spcPts val="0"/>
              </a:spcAft>
              <a:buClr>
                <a:schemeClr val="dk1"/>
              </a:buClr>
              <a:buSzPts val="4100"/>
              <a:buFont typeface="Noto Sans Symbols"/>
              <a:buNone/>
            </a:pPr>
            <a:r>
              <a:t/>
            </a:r>
            <a:endParaRPr sz="4100">
              <a:solidFill>
                <a:schemeClr val="dk1"/>
              </a:solidFill>
            </a:endParaRPr>
          </a:p>
          <a:p>
            <a:pPr indent="-167635" lvl="0" marL="427985" rtl="0" algn="l">
              <a:lnSpc>
                <a:spcPct val="100000"/>
              </a:lnSpc>
              <a:spcBef>
                <a:spcPts val="820"/>
              </a:spcBef>
              <a:spcAft>
                <a:spcPts val="0"/>
              </a:spcAft>
              <a:buClr>
                <a:schemeClr val="dk1"/>
              </a:buClr>
              <a:buSzPts val="4100"/>
              <a:buFont typeface="Noto Sans Symbols"/>
              <a:buNone/>
            </a:pPr>
            <a:r>
              <a:t/>
            </a:r>
            <a:endParaRPr sz="4100">
              <a:solidFill>
                <a:schemeClr val="dk1"/>
              </a:solidFill>
            </a:endParaRPr>
          </a:p>
          <a:p>
            <a:pPr indent="0" lvl="0" marL="0" rtl="0" algn="l">
              <a:lnSpc>
                <a:spcPct val="100000"/>
              </a:lnSpc>
              <a:spcBef>
                <a:spcPts val="820"/>
              </a:spcBef>
              <a:spcAft>
                <a:spcPts val="0"/>
              </a:spcAft>
              <a:buClr>
                <a:schemeClr val="dk1"/>
              </a:buClr>
              <a:buSzPts val="4100"/>
              <a:buNone/>
            </a:pPr>
            <a:r>
              <a:t/>
            </a:r>
            <a:endParaRPr sz="41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endParaRPr>
          </a:p>
        </p:txBody>
      </p:sp>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2" name="Shape 122"/>
        <p:cNvGrpSpPr/>
        <p:nvPr/>
      </p:nvGrpSpPr>
      <p:grpSpPr>
        <a:xfrm>
          <a:off x="0" y="0"/>
          <a:ext cx="0" cy="0"/>
          <a:chOff x="0" y="0"/>
          <a:chExt cx="0" cy="0"/>
        </a:xfrm>
      </p:grpSpPr>
      <p:sp>
        <p:nvSpPr>
          <p:cNvPr id="123" name="Google Shape;123;p5"/>
          <p:cNvSpPr txBox="1"/>
          <p:nvPr>
            <p:ph idx="1" type="subTitle"/>
          </p:nvPr>
        </p:nvSpPr>
        <p:spPr>
          <a:xfrm>
            <a:off x="7" y="1"/>
            <a:ext cx="12601575" cy="6829704"/>
          </a:xfrm>
          <a:prstGeom prst="rect">
            <a:avLst/>
          </a:prstGeom>
          <a:noFill/>
          <a:ln>
            <a:noFill/>
          </a:ln>
        </p:spPr>
        <p:txBody>
          <a:bodyPr anchorCtr="0" anchor="t" bIns="42775" lIns="85575" spcFirstLastPara="1" rIns="85575" wrap="square" tIns="42775">
            <a:normAutofit/>
          </a:bodyPr>
          <a:lstStyle/>
          <a:p>
            <a:pPr indent="-427985" lvl="0" marL="427985" rtl="0" algn="l">
              <a:lnSpc>
                <a:spcPct val="100000"/>
              </a:lnSpc>
              <a:spcBef>
                <a:spcPts val="0"/>
              </a:spcBef>
              <a:spcAft>
                <a:spcPts val="0"/>
              </a:spcAft>
              <a:buClr>
                <a:schemeClr val="lt1"/>
              </a:buClr>
              <a:buSzPts val="4500"/>
              <a:buFont typeface="Noto Sans Symbols"/>
              <a:buChar char="⮚"/>
            </a:pPr>
            <a:r>
              <a:rPr lang="fr-FR" sz="4500">
                <a:solidFill>
                  <a:schemeClr val="lt1"/>
                </a:solidFill>
              </a:rPr>
              <a:t>Hahay hifanampy amin’ny Superviseur Technique, ny expert traitement, ny expert survey raha toa ka ilaina izany</a:t>
            </a:r>
            <a:endParaRPr sz="4500">
              <a:solidFill>
                <a:schemeClr val="lt1"/>
              </a:solidFill>
            </a:endParaRPr>
          </a:p>
          <a:p>
            <a:pPr indent="-427985" lvl="0" marL="427985" rtl="0" algn="l">
              <a:lnSpc>
                <a:spcPct val="100000"/>
              </a:lnSpc>
              <a:spcBef>
                <a:spcPts val="900"/>
              </a:spcBef>
              <a:spcAft>
                <a:spcPts val="0"/>
              </a:spcAft>
              <a:buClr>
                <a:schemeClr val="lt1"/>
              </a:buClr>
              <a:buSzPts val="4500"/>
              <a:buFont typeface="Noto Sans Symbols"/>
              <a:buChar char="⮚"/>
            </a:pPr>
            <a:r>
              <a:rPr lang="fr-FR" sz="4500">
                <a:solidFill>
                  <a:schemeClr val="lt1"/>
                </a:solidFill>
              </a:rPr>
              <a:t>Hahay hiatrika olana raha sendra misy eny an-kianja sy hahay hamaha izany ara-potona</a:t>
            </a:r>
            <a:endParaRPr sz="4500">
              <a:solidFill>
                <a:schemeClr val="lt1"/>
              </a:solidFill>
            </a:endParaRPr>
          </a:p>
          <a:p>
            <a:pPr indent="-142235" lvl="0" marL="427985" rtl="0" algn="l">
              <a:lnSpc>
                <a:spcPct val="100000"/>
              </a:lnSpc>
              <a:spcBef>
                <a:spcPts val="900"/>
              </a:spcBef>
              <a:spcAft>
                <a:spcPts val="0"/>
              </a:spcAft>
              <a:buClr>
                <a:schemeClr val="dk1"/>
              </a:buClr>
              <a:buSzPts val="4500"/>
              <a:buFont typeface="Noto Sans Symbols"/>
              <a:buNone/>
            </a:pPr>
            <a:r>
              <a:t/>
            </a:r>
            <a:endParaRPr sz="4500">
              <a:solidFill>
                <a:schemeClr val="dk1"/>
              </a:solidFill>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6"/>
          <p:cNvSpPr txBox="1"/>
          <p:nvPr>
            <p:ph type="ctrTitle"/>
          </p:nvPr>
        </p:nvSpPr>
        <p:spPr>
          <a:xfrm>
            <a:off x="828186" y="191809"/>
            <a:ext cx="10711339" cy="150507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500">
                <a:solidFill>
                  <a:schemeClr val="lt1"/>
                </a:solidFill>
              </a:rPr>
              <a:t>FIZOTRY NY FIOFANANA</a:t>
            </a:r>
            <a:endParaRPr>
              <a:solidFill>
                <a:schemeClr val="lt1"/>
              </a:solidFill>
            </a:endParaRPr>
          </a:p>
        </p:txBody>
      </p:sp>
      <p:sp>
        <p:nvSpPr>
          <p:cNvPr id="129" name="Google Shape;129;p6"/>
          <p:cNvSpPr txBox="1"/>
          <p:nvPr>
            <p:ph idx="1" type="subTitle"/>
          </p:nvPr>
        </p:nvSpPr>
        <p:spPr>
          <a:xfrm>
            <a:off x="-62883" y="1854572"/>
            <a:ext cx="12493475" cy="5297883"/>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3000"/>
              <a:buNone/>
            </a:pPr>
            <a:r>
              <a:t/>
            </a:r>
            <a:endParaRPr>
              <a:solidFill>
                <a:schemeClr val="lt1"/>
              </a:solidFill>
            </a:endParaRPr>
          </a:p>
        </p:txBody>
      </p:sp>
      <p:pic>
        <p:nvPicPr>
          <p:cNvPr id="130" name="Google Shape;130;p6"/>
          <p:cNvPicPr preferRelativeResize="0"/>
          <p:nvPr/>
        </p:nvPicPr>
        <p:blipFill rotWithShape="1">
          <a:blip r:embed="rId4">
            <a:alphaModFix/>
          </a:blip>
          <a:srcRect b="0" l="0" r="0" t="0"/>
          <a:stretch/>
        </p:blipFill>
        <p:spPr>
          <a:xfrm>
            <a:off x="3060427" y="2019682"/>
            <a:ext cx="5906324" cy="4824536"/>
          </a:xfrm>
          <a:prstGeom prst="rect">
            <a:avLst/>
          </a:prstGeom>
          <a:noFill/>
          <a:ln>
            <a:noFill/>
          </a:ln>
        </p:spPr>
      </p:pic>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 name="Shape 134"/>
        <p:cNvGrpSpPr/>
        <p:nvPr/>
      </p:nvGrpSpPr>
      <p:grpSpPr>
        <a:xfrm>
          <a:off x="0" y="0"/>
          <a:ext cx="0" cy="0"/>
          <a:chOff x="0" y="0"/>
          <a:chExt cx="0" cy="0"/>
        </a:xfrm>
      </p:grpSpPr>
      <p:sp>
        <p:nvSpPr>
          <p:cNvPr id="135" name="Google Shape;135;p7"/>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400"/>
              <a:buFont typeface="Calibri"/>
              <a:buNone/>
            </a:pPr>
            <a:r>
              <a:rPr b="1" lang="fr-FR" sz="4400"/>
              <a:t>FIZOTRY NY FORMATION</a:t>
            </a:r>
            <a:endParaRPr/>
          </a:p>
        </p:txBody>
      </p:sp>
      <p:pic>
        <p:nvPicPr>
          <p:cNvPr id="136" name="Google Shape;136;p7"/>
          <p:cNvPicPr preferRelativeResize="0"/>
          <p:nvPr>
            <p:ph idx="1" type="body"/>
          </p:nvPr>
        </p:nvPicPr>
        <p:blipFill rotWithShape="1">
          <a:blip r:embed="rId4">
            <a:alphaModFix/>
          </a:blip>
          <a:srcRect b="0" l="0" r="0" t="0"/>
          <a:stretch/>
        </p:blipFill>
        <p:spPr>
          <a:xfrm>
            <a:off x="3371441" y="2116675"/>
            <a:ext cx="5858693" cy="3677163"/>
          </a:xfrm>
          <a:prstGeom prst="rect">
            <a:avLst/>
          </a:prstGeom>
          <a:noFill/>
          <a:ln>
            <a:noFill/>
          </a:ln>
        </p:spPr>
      </p:pic>
      <p:sp>
        <p:nvSpPr>
          <p:cNvPr id="137" name="Google Shape;137;p7"/>
          <p:cNvSpPr txBox="1"/>
          <p:nvPr/>
        </p:nvSpPr>
        <p:spPr>
          <a:xfrm>
            <a:off x="828186" y="191809"/>
            <a:ext cx="10711339" cy="1505074"/>
          </a:xfrm>
          <a:prstGeom prst="rect">
            <a:avLst/>
          </a:prstGeom>
          <a:solidFill>
            <a:srgbClr val="00B0F0"/>
          </a:solidFill>
          <a:ln>
            <a:noFill/>
          </a:ln>
        </p:spPr>
        <p:txBody>
          <a:bodyPr anchorCtr="0" anchor="ctr" bIns="42775" lIns="85575" spcFirstLastPara="1" rIns="85575" wrap="square" tIns="42775">
            <a:normAutofit/>
          </a:bodyPr>
          <a:lstStyle/>
          <a:p>
            <a:pPr indent="0" lvl="0" marL="0" marR="0" rtl="0" algn="ctr">
              <a:lnSpc>
                <a:spcPct val="100000"/>
              </a:lnSpc>
              <a:spcBef>
                <a:spcPts val="0"/>
              </a:spcBef>
              <a:spcAft>
                <a:spcPts val="0"/>
              </a:spcAft>
              <a:buClr>
                <a:schemeClr val="dk1"/>
              </a:buClr>
              <a:buSzPts val="4500"/>
              <a:buFont typeface="Calibri"/>
              <a:buNone/>
            </a:pPr>
            <a:r>
              <a:rPr b="1" i="0" lang="fr-FR" sz="4500" u="none" cap="none" strike="noStrike">
                <a:solidFill>
                  <a:schemeClr val="lt1"/>
                </a:solidFill>
                <a:latin typeface="Calibri"/>
                <a:ea typeface="Calibri"/>
                <a:cs typeface="Calibri"/>
                <a:sym typeface="Calibri"/>
              </a:rPr>
              <a:t>FIZOTRY NY FIOFANANA</a:t>
            </a:r>
            <a:endParaRPr b="1" i="0" sz="4500" u="none" cap="none" strike="noStrike">
              <a:solidFill>
                <a:schemeClr val="lt1"/>
              </a:solidFill>
              <a:latin typeface="Calibri"/>
              <a:ea typeface="Calibri"/>
              <a:cs typeface="Calibri"/>
              <a:sym typeface="Calibri"/>
            </a:endParaRPr>
          </a:p>
        </p:txBody>
      </p:sp>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1" name="Shape 141"/>
        <p:cNvGrpSpPr/>
        <p:nvPr/>
      </p:nvGrpSpPr>
      <p:grpSpPr>
        <a:xfrm>
          <a:off x="0" y="0"/>
          <a:ext cx="0" cy="0"/>
          <a:chOff x="0" y="0"/>
          <a:chExt cx="0" cy="0"/>
        </a:xfrm>
      </p:grpSpPr>
      <p:sp>
        <p:nvSpPr>
          <p:cNvPr id="142" name="Google Shape;142;p8"/>
          <p:cNvSpPr txBox="1"/>
          <p:nvPr>
            <p:ph type="ctrTitle"/>
          </p:nvPr>
        </p:nvSpPr>
        <p:spPr>
          <a:xfrm>
            <a:off x="1044210" y="191809"/>
            <a:ext cx="10711339" cy="150507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500">
                <a:solidFill>
                  <a:schemeClr val="lt1"/>
                </a:solidFill>
              </a:rPr>
              <a:t>FAMARITANA</a:t>
            </a:r>
            <a:endParaRPr>
              <a:solidFill>
                <a:schemeClr val="lt1"/>
              </a:solidFill>
            </a:endParaRPr>
          </a:p>
        </p:txBody>
      </p:sp>
      <p:sp>
        <p:nvSpPr>
          <p:cNvPr id="143" name="Google Shape;143;p8"/>
          <p:cNvSpPr txBox="1"/>
          <p:nvPr>
            <p:ph idx="1" type="subTitle"/>
          </p:nvPr>
        </p:nvSpPr>
        <p:spPr>
          <a:xfrm>
            <a:off x="7" y="1787460"/>
            <a:ext cx="12601575" cy="5234057"/>
          </a:xfrm>
          <a:prstGeom prst="rect">
            <a:avLst/>
          </a:prstGeom>
          <a:noFill/>
          <a:ln>
            <a:noFill/>
          </a:ln>
        </p:spPr>
        <p:txBody>
          <a:bodyPr anchorCtr="0" anchor="t" bIns="42775" lIns="85575" spcFirstLastPara="1" rIns="85575" wrap="square" tIns="42775">
            <a:normAutofit fontScale="70000" lnSpcReduction="20000"/>
          </a:bodyPr>
          <a:lstStyle/>
          <a:p>
            <a:pPr indent="0" lvl="0" marL="0" rtl="0" algn="l">
              <a:lnSpc>
                <a:spcPct val="100000"/>
              </a:lnSpc>
              <a:spcBef>
                <a:spcPts val="0"/>
              </a:spcBef>
              <a:spcAft>
                <a:spcPts val="0"/>
              </a:spcAft>
              <a:buClr>
                <a:schemeClr val="dk1"/>
              </a:buClr>
              <a:buSzPct val="100000"/>
              <a:buNone/>
            </a:pPr>
            <a:r>
              <a:rPr b="1" lang="fr-FR" sz="5100">
                <a:solidFill>
                  <a:schemeClr val="lt1"/>
                </a:solidFill>
                <a:latin typeface="Calibri"/>
                <a:ea typeface="Calibri"/>
                <a:cs typeface="Calibri"/>
                <a:sym typeface="Calibri"/>
              </a:rPr>
              <a:t>RSU Rejistra Sosialy Tokana</a:t>
            </a:r>
            <a:r>
              <a:rPr lang="fr-FR" sz="5100">
                <a:solidFill>
                  <a:schemeClr val="lt1"/>
                </a:solidFill>
                <a:latin typeface="Calibri"/>
                <a:ea typeface="Calibri"/>
                <a:cs typeface="Calibri"/>
                <a:sym typeface="Calibri"/>
              </a:rPr>
              <a:t>: Fitaovana stratejika ho an’ny Fanjakana Malagasy amin’ny fanatsara</a:t>
            </a:r>
            <a:r>
              <a:rPr lang="fr-FR" sz="5100">
                <a:solidFill>
                  <a:schemeClr val="lt1"/>
                </a:solidFill>
              </a:rPr>
              <a:t>na</a:t>
            </a:r>
            <a:r>
              <a:rPr lang="fr-FR" sz="5100">
                <a:solidFill>
                  <a:schemeClr val="lt1"/>
                </a:solidFill>
                <a:latin typeface="Calibri"/>
                <a:ea typeface="Calibri"/>
                <a:cs typeface="Calibri"/>
                <a:sym typeface="Calibri"/>
              </a:rPr>
              <a:t> ny fitantanana sosialy sy ara-panjakana.</a:t>
            </a:r>
            <a:endParaRPr>
              <a:solidFill>
                <a:schemeClr val="lt1"/>
              </a:solidFill>
            </a:endParaRPr>
          </a:p>
          <a:p>
            <a:pPr indent="0" lvl="0" marL="0" rtl="0" algn="l">
              <a:lnSpc>
                <a:spcPct val="100000"/>
              </a:lnSpc>
              <a:spcBef>
                <a:spcPts val="714"/>
              </a:spcBef>
              <a:spcAft>
                <a:spcPts val="0"/>
              </a:spcAft>
              <a:buClr>
                <a:schemeClr val="dk1"/>
              </a:buClr>
              <a:buSzPct val="100000"/>
              <a:buNone/>
            </a:pPr>
            <a:r>
              <a:t/>
            </a:r>
            <a:endParaRPr sz="5100">
              <a:solidFill>
                <a:schemeClr val="lt1"/>
              </a:solidFill>
              <a:latin typeface="Calibri"/>
              <a:ea typeface="Calibri"/>
              <a:cs typeface="Calibri"/>
              <a:sym typeface="Calibri"/>
            </a:endParaRPr>
          </a:p>
          <a:p>
            <a:pPr indent="0" lvl="0" marL="0" rtl="0" algn="l">
              <a:lnSpc>
                <a:spcPct val="100000"/>
              </a:lnSpc>
              <a:spcBef>
                <a:spcPts val="714"/>
              </a:spcBef>
              <a:spcAft>
                <a:spcPts val="0"/>
              </a:spcAft>
              <a:buClr>
                <a:schemeClr val="dk1"/>
              </a:buClr>
              <a:buSzPct val="100000"/>
              <a:buNone/>
            </a:pPr>
            <a:r>
              <a:rPr lang="fr-FR" sz="5100">
                <a:solidFill>
                  <a:schemeClr val="lt1"/>
                </a:solidFill>
                <a:latin typeface="Calibri"/>
                <a:ea typeface="Calibri"/>
                <a:cs typeface="Calibri"/>
                <a:sym typeface="Calibri"/>
              </a:rPr>
              <a:t>TANJONA: Fitsirihina ny fivoaram-piainan’ireo tokantrano mila tohana ara-tsosialy. </a:t>
            </a:r>
            <a:endParaRPr>
              <a:solidFill>
                <a:schemeClr val="lt1"/>
              </a:solidFill>
            </a:endParaRPr>
          </a:p>
          <a:p>
            <a:pPr indent="0" lvl="0" marL="0" rtl="0" algn="l">
              <a:lnSpc>
                <a:spcPct val="100000"/>
              </a:lnSpc>
              <a:spcBef>
                <a:spcPts val="714"/>
              </a:spcBef>
              <a:spcAft>
                <a:spcPts val="0"/>
              </a:spcAft>
              <a:buClr>
                <a:schemeClr val="dk1"/>
              </a:buClr>
              <a:buSzPct val="100000"/>
              <a:buNone/>
            </a:pPr>
            <a:r>
              <a:t/>
            </a:r>
            <a:endParaRPr sz="5100">
              <a:solidFill>
                <a:schemeClr val="lt1"/>
              </a:solidFill>
              <a:latin typeface="Calibri"/>
              <a:ea typeface="Calibri"/>
              <a:cs typeface="Calibri"/>
              <a:sym typeface="Calibri"/>
            </a:endParaRPr>
          </a:p>
          <a:p>
            <a:pPr indent="0" lvl="0" marL="0" rtl="0" algn="l">
              <a:lnSpc>
                <a:spcPct val="100000"/>
              </a:lnSpc>
              <a:spcBef>
                <a:spcPts val="714"/>
              </a:spcBef>
              <a:spcAft>
                <a:spcPts val="0"/>
              </a:spcAft>
              <a:buClr>
                <a:schemeClr val="dk1"/>
              </a:buClr>
              <a:buSzPct val="100000"/>
              <a:buNone/>
            </a:pPr>
            <a:r>
              <a:t/>
            </a:r>
            <a:endParaRPr sz="5100">
              <a:solidFill>
                <a:schemeClr val="lt1"/>
              </a:solidFill>
              <a:latin typeface="Calibri"/>
              <a:ea typeface="Calibri"/>
              <a:cs typeface="Calibri"/>
              <a:sym typeface="Calibri"/>
            </a:endParaRPr>
          </a:p>
          <a:p>
            <a:pPr indent="0" lvl="0" marL="0" rtl="0" algn="l">
              <a:lnSpc>
                <a:spcPct val="100000"/>
              </a:lnSpc>
              <a:spcBef>
                <a:spcPts val="714"/>
              </a:spcBef>
              <a:spcAft>
                <a:spcPts val="0"/>
              </a:spcAft>
              <a:buClr>
                <a:schemeClr val="dk1"/>
              </a:buClr>
              <a:buSzPct val="100000"/>
              <a:buNone/>
            </a:pPr>
            <a:r>
              <a:t/>
            </a:r>
            <a:endParaRPr>
              <a:solidFill>
                <a:schemeClr val="lt1"/>
              </a:solidFill>
            </a:endParaRPr>
          </a:p>
          <a:p>
            <a:pPr indent="0" lvl="0" marL="0" rtl="0" algn="l">
              <a:lnSpc>
                <a:spcPct val="100000"/>
              </a:lnSpc>
              <a:spcBef>
                <a:spcPts val="714"/>
              </a:spcBef>
              <a:spcAft>
                <a:spcPts val="0"/>
              </a:spcAft>
              <a:buClr>
                <a:schemeClr val="dk1"/>
              </a:buClr>
              <a:buSzPct val="100000"/>
              <a:buNone/>
            </a:pPr>
            <a:r>
              <a:rPr lang="fr-FR" sz="5100">
                <a:solidFill>
                  <a:schemeClr val="lt1"/>
                </a:solidFill>
                <a:latin typeface="Calibri"/>
                <a:ea typeface="Calibri"/>
                <a:cs typeface="Calibri"/>
                <a:sym typeface="Calibri"/>
              </a:rPr>
              <a:t>TANJONY: Mise à jour du registre d’état civil </a:t>
            </a:r>
            <a:endParaRPr>
              <a:solidFill>
                <a:schemeClr val="lt1"/>
              </a:solidFill>
            </a:endParaRPr>
          </a:p>
        </p:txBody>
      </p:sp>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9"/>
          <p:cNvSpPr txBox="1"/>
          <p:nvPr>
            <p:ph type="title"/>
          </p:nvPr>
        </p:nvSpPr>
        <p:spPr>
          <a:xfrm>
            <a:off x="1116211" y="191809"/>
            <a:ext cx="10207490" cy="635284"/>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2"/>
              </a:buClr>
              <a:buSzPct val="100000"/>
              <a:buFont typeface="Times New Roman"/>
              <a:buNone/>
            </a:pPr>
            <a:br>
              <a:rPr b="1" lang="fr-FR" sz="5000">
                <a:solidFill>
                  <a:schemeClr val="dk2"/>
                </a:solidFill>
                <a:latin typeface="Times New Roman"/>
                <a:ea typeface="Times New Roman"/>
                <a:cs typeface="Times New Roman"/>
                <a:sym typeface="Times New Roman"/>
              </a:rPr>
            </a:br>
            <a:r>
              <a:rPr b="1" lang="fr-FR" sz="5000">
                <a:solidFill>
                  <a:schemeClr val="dk2"/>
                </a:solidFill>
                <a:latin typeface="Times New Roman"/>
                <a:ea typeface="Times New Roman"/>
                <a:cs typeface="Times New Roman"/>
                <a:sym typeface="Times New Roman"/>
              </a:rPr>
              <a:t>OLONA HIASA</a:t>
            </a:r>
            <a:br>
              <a:rPr b="1" lang="fr-FR">
                <a:solidFill>
                  <a:schemeClr val="dk2"/>
                </a:solidFill>
                <a:latin typeface="Times New Roman"/>
                <a:ea typeface="Times New Roman"/>
                <a:cs typeface="Times New Roman"/>
                <a:sym typeface="Times New Roman"/>
              </a:rPr>
            </a:br>
            <a:endParaRPr/>
          </a:p>
        </p:txBody>
      </p:sp>
      <p:pic>
        <p:nvPicPr>
          <p:cNvPr id="149" name="Google Shape;149;p9"/>
          <p:cNvPicPr preferRelativeResize="0"/>
          <p:nvPr>
            <p:ph idx="1" type="body"/>
          </p:nvPr>
        </p:nvPicPr>
        <p:blipFill rotWithShape="1">
          <a:blip r:embed="rId4">
            <a:alphaModFix/>
          </a:blip>
          <a:srcRect b="0" l="0" r="0" t="0"/>
          <a:stretch/>
        </p:blipFill>
        <p:spPr>
          <a:xfrm>
            <a:off x="2838294" y="1638300"/>
            <a:ext cx="6924987" cy="4633913"/>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10"/>
          <p:cNvSpPr txBox="1"/>
          <p:nvPr>
            <p:ph type="ctrTitle"/>
          </p:nvPr>
        </p:nvSpPr>
        <p:spPr>
          <a:xfrm>
            <a:off x="756178" y="191811"/>
            <a:ext cx="10711339" cy="1404171"/>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400">
                <a:solidFill>
                  <a:schemeClr val="lt1"/>
                </a:solidFill>
              </a:rPr>
              <a:t>OLONA HIASA</a:t>
            </a:r>
            <a:endParaRPr sz="4400">
              <a:solidFill>
                <a:schemeClr val="lt1"/>
              </a:solidFill>
            </a:endParaRPr>
          </a:p>
        </p:txBody>
      </p:sp>
      <p:sp>
        <p:nvSpPr>
          <p:cNvPr id="155" name="Google Shape;155;p10"/>
          <p:cNvSpPr txBox="1"/>
          <p:nvPr>
            <p:ph idx="1" type="subTitle"/>
          </p:nvPr>
        </p:nvSpPr>
        <p:spPr>
          <a:xfrm>
            <a:off x="1" y="1659807"/>
            <a:ext cx="12133434" cy="5361709"/>
          </a:xfrm>
          <a:prstGeom prst="rect">
            <a:avLst/>
          </a:prstGeom>
          <a:noFill/>
          <a:ln>
            <a:noFill/>
          </a:ln>
        </p:spPr>
        <p:txBody>
          <a:bodyPr anchorCtr="0" anchor="t" bIns="42775" lIns="85575" spcFirstLastPara="1" rIns="85575" wrap="square" tIns="42775">
            <a:normAutofit fontScale="25000" lnSpcReduction="20000"/>
          </a:bodyPr>
          <a:lstStyle/>
          <a:p>
            <a:pPr indent="0" lvl="0" marL="0" rtl="0" algn="l">
              <a:lnSpc>
                <a:spcPct val="100000"/>
              </a:lnSpc>
              <a:spcBef>
                <a:spcPts val="0"/>
              </a:spcBef>
              <a:spcAft>
                <a:spcPts val="0"/>
              </a:spcAft>
              <a:buClr>
                <a:schemeClr val="dk1"/>
              </a:buClr>
              <a:buSzPct val="100000"/>
              <a:buNone/>
            </a:pPr>
            <a:r>
              <a:rPr lang="fr-FR" sz="16500">
                <a:latin typeface="Times New Roman"/>
                <a:ea typeface="Times New Roman"/>
                <a:cs typeface="Times New Roman"/>
                <a:sym typeface="Times New Roman"/>
              </a:rPr>
              <a:t> </a:t>
            </a:r>
            <a:endParaRPr/>
          </a:p>
          <a:p>
            <a:pPr indent="-1143000" lvl="0" marL="1143000" rtl="0" algn="ctr">
              <a:lnSpc>
                <a:spcPct val="100000"/>
              </a:lnSpc>
              <a:spcBef>
                <a:spcPts val="825"/>
              </a:spcBef>
              <a:spcAft>
                <a:spcPts val="0"/>
              </a:spcAft>
              <a:buClr>
                <a:schemeClr val="lt1"/>
              </a:buClr>
              <a:buSzPct val="100000"/>
              <a:buFont typeface="Noto Sans Symbols"/>
              <a:buChar char="⮚"/>
            </a:pPr>
            <a:r>
              <a:rPr b="1" lang="fr-FR" sz="16500">
                <a:solidFill>
                  <a:schemeClr val="lt1"/>
                </a:solidFill>
              </a:rPr>
              <a:t>NIVEAU NATIONAL</a:t>
            </a:r>
            <a:endParaRPr>
              <a:solidFill>
                <a:schemeClr val="lt1"/>
              </a:solidFill>
            </a:endParaRPr>
          </a:p>
          <a:p>
            <a:pPr indent="-1143000" lvl="0" marL="1143000" rtl="0" algn="l">
              <a:lnSpc>
                <a:spcPct val="100000"/>
              </a:lnSpc>
              <a:spcBef>
                <a:spcPts val="825"/>
              </a:spcBef>
              <a:spcAft>
                <a:spcPts val="0"/>
              </a:spcAft>
              <a:buClr>
                <a:schemeClr val="lt1"/>
              </a:buClr>
              <a:buSzPct val="100000"/>
              <a:buFont typeface="Noto Sans Symbols"/>
              <a:buChar char="⮚"/>
            </a:pPr>
            <a:r>
              <a:rPr lang="fr-FR" sz="16500">
                <a:solidFill>
                  <a:schemeClr val="lt1"/>
                </a:solidFill>
              </a:rPr>
              <a:t>Comité stratégique (SG)</a:t>
            </a:r>
            <a:endParaRPr>
              <a:solidFill>
                <a:schemeClr val="lt1"/>
              </a:solidFill>
            </a:endParaRPr>
          </a:p>
          <a:p>
            <a:pPr indent="-1143000" lvl="0" marL="1143000" rtl="0" algn="l">
              <a:lnSpc>
                <a:spcPct val="100000"/>
              </a:lnSpc>
              <a:spcBef>
                <a:spcPts val="825"/>
              </a:spcBef>
              <a:spcAft>
                <a:spcPts val="0"/>
              </a:spcAft>
              <a:buClr>
                <a:schemeClr val="lt1"/>
              </a:buClr>
              <a:buSzPct val="100000"/>
              <a:buFont typeface="Noto Sans Symbols"/>
              <a:buChar char="⮚"/>
            </a:pPr>
            <a:r>
              <a:rPr lang="fr-FR" sz="16500">
                <a:solidFill>
                  <a:schemeClr val="lt1"/>
                </a:solidFill>
              </a:rPr>
              <a:t>Comité Technique (DG)</a:t>
            </a:r>
            <a:endParaRPr>
              <a:solidFill>
                <a:schemeClr val="lt1"/>
              </a:solidFill>
            </a:endParaRPr>
          </a:p>
          <a:p>
            <a:pPr indent="-1143000" lvl="0" marL="1143000" rtl="0" algn="l">
              <a:lnSpc>
                <a:spcPct val="100000"/>
              </a:lnSpc>
              <a:spcBef>
                <a:spcPts val="825"/>
              </a:spcBef>
              <a:spcAft>
                <a:spcPts val="0"/>
              </a:spcAft>
              <a:buClr>
                <a:schemeClr val="lt1"/>
              </a:buClr>
              <a:buSzPct val="100000"/>
              <a:buFont typeface="Noto Sans Symbols"/>
              <a:buChar char="⮚"/>
            </a:pPr>
            <a:r>
              <a:rPr lang="fr-FR" sz="16500">
                <a:solidFill>
                  <a:schemeClr val="lt1"/>
                </a:solidFill>
              </a:rPr>
              <a:t>Chef de mission</a:t>
            </a:r>
            <a:endParaRPr>
              <a:solidFill>
                <a:schemeClr val="lt1"/>
              </a:solidFill>
            </a:endParaRPr>
          </a:p>
          <a:p>
            <a:pPr indent="-1143000" lvl="0" marL="1143000" rtl="0" algn="l">
              <a:lnSpc>
                <a:spcPct val="100000"/>
              </a:lnSpc>
              <a:spcBef>
                <a:spcPts val="825"/>
              </a:spcBef>
              <a:spcAft>
                <a:spcPts val="0"/>
              </a:spcAft>
              <a:buClr>
                <a:schemeClr val="lt1"/>
              </a:buClr>
              <a:buSzPct val="100000"/>
              <a:buFont typeface="Noto Sans Symbols"/>
              <a:buChar char="⮚"/>
            </a:pPr>
            <a:r>
              <a:rPr lang="fr-FR" sz="16500">
                <a:solidFill>
                  <a:schemeClr val="lt1"/>
                </a:solidFill>
              </a:rPr>
              <a:t>Responsable de Coordination Nationale (Survey; Traitement; Logistique et Financier)</a:t>
            </a:r>
            <a:endParaRPr>
              <a:solidFill>
                <a:schemeClr val="lt1"/>
              </a:solidFill>
            </a:endParaRPr>
          </a:p>
          <a:p>
            <a:pPr indent="-881063" lvl="0" marL="1404937" rtl="0" algn="l">
              <a:lnSpc>
                <a:spcPct val="100000"/>
              </a:lnSpc>
              <a:spcBef>
                <a:spcPts val="825"/>
              </a:spcBef>
              <a:spcAft>
                <a:spcPts val="0"/>
              </a:spcAft>
              <a:buClr>
                <a:schemeClr val="lt1"/>
              </a:buClr>
              <a:buSzPct val="100000"/>
              <a:buFont typeface="Noto Sans Symbols"/>
              <a:buNone/>
            </a:pPr>
            <a:r>
              <a:t/>
            </a:r>
            <a:endParaRPr sz="16500">
              <a:solidFill>
                <a:schemeClr val="dk1"/>
              </a:solidFill>
            </a:endParaRPr>
          </a:p>
          <a:p>
            <a:pPr indent="0" lvl="0" marL="0" rtl="0" algn="ctr">
              <a:lnSpc>
                <a:spcPct val="100000"/>
              </a:lnSpc>
              <a:spcBef>
                <a:spcPts val="825"/>
              </a:spcBef>
              <a:spcAft>
                <a:spcPts val="0"/>
              </a:spcAft>
              <a:buClr>
                <a:schemeClr val="dk1"/>
              </a:buClr>
              <a:buSzPct val="100000"/>
              <a:buNone/>
            </a:pPr>
            <a:r>
              <a:t/>
            </a:r>
            <a:endParaRPr sz="16500">
              <a:latin typeface="Times New Roman"/>
              <a:ea typeface="Times New Roman"/>
              <a:cs typeface="Times New Roman"/>
              <a:sym typeface="Times New Roman"/>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225"/>
              </a:spcBef>
              <a:spcAft>
                <a:spcPts val="0"/>
              </a:spcAft>
              <a:buClr>
                <a:schemeClr val="dk1"/>
              </a:buClr>
              <a:buSzPct val="100000"/>
              <a:buNone/>
            </a:pPr>
            <a:r>
              <a:rPr lang="fr-FR" sz="4500"/>
              <a:t> </a:t>
            </a:r>
            <a:endParaRPr/>
          </a:p>
          <a:p>
            <a:pPr indent="0" lvl="0" marL="0" rtl="0" algn="ctr">
              <a:lnSpc>
                <a:spcPct val="100000"/>
              </a:lnSpc>
              <a:spcBef>
                <a:spcPts val="300"/>
              </a:spcBef>
              <a:spcAft>
                <a:spcPts val="0"/>
              </a:spcAft>
              <a:buClr>
                <a:schemeClr val="dk1"/>
              </a:buClr>
              <a:buSzPct val="100000"/>
              <a:buNone/>
            </a:pPr>
            <a:r>
              <a:rPr lang="fr-FR" sz="6000"/>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ctr">
              <a:lnSpc>
                <a:spcPct val="100000"/>
              </a:lnSpc>
              <a:spcBef>
                <a:spcPts val="150"/>
              </a:spcBef>
              <a:spcAft>
                <a:spcPts val="0"/>
              </a:spcAft>
              <a:buClr>
                <a:schemeClr val="dk1"/>
              </a:buClr>
              <a:buSzPct val="100000"/>
              <a:buNone/>
            </a:pPr>
            <a:r>
              <a:rPr lang="fr-FR"/>
              <a:t>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a:p>
            <a:pPr indent="0" lvl="0" marL="0" rtl="0" algn="l">
              <a:lnSpc>
                <a:spcPct val="100000"/>
              </a:lnSpc>
              <a:spcBef>
                <a:spcPts val="150"/>
              </a:spcBef>
              <a:spcAft>
                <a:spcPts val="0"/>
              </a:spcAft>
              <a:buClr>
                <a:schemeClr val="dk1"/>
              </a:buClr>
              <a:buSzPct val="100000"/>
              <a:buNone/>
            </a:pPr>
            <a:r>
              <a:t/>
            </a:r>
            <a:endParaRPr/>
          </a:p>
        </p:txBody>
      </p:sp>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 name="Shape 159"/>
        <p:cNvGrpSpPr/>
        <p:nvPr/>
      </p:nvGrpSpPr>
      <p:grpSpPr>
        <a:xfrm>
          <a:off x="0" y="0"/>
          <a:ext cx="0" cy="0"/>
          <a:chOff x="0" y="0"/>
          <a:chExt cx="0" cy="0"/>
        </a:xfrm>
      </p:grpSpPr>
      <p:sp>
        <p:nvSpPr>
          <p:cNvPr id="160" name="Google Shape;160;p11"/>
          <p:cNvSpPr txBox="1"/>
          <p:nvPr>
            <p:ph type="ctrTitle"/>
          </p:nvPr>
        </p:nvSpPr>
        <p:spPr>
          <a:xfrm>
            <a:off x="900187" y="127984"/>
            <a:ext cx="10945216" cy="1595648"/>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100"/>
              <a:buFont typeface="Calibri"/>
              <a:buNone/>
            </a:pPr>
            <a:r>
              <a:rPr b="1" lang="fr-FR" sz="4400">
                <a:solidFill>
                  <a:schemeClr val="lt1"/>
                </a:solidFill>
              </a:rPr>
              <a:t>OLONA HIASA</a:t>
            </a:r>
            <a:endParaRPr sz="4400">
              <a:solidFill>
                <a:schemeClr val="lt1"/>
              </a:solidFill>
            </a:endParaRPr>
          </a:p>
        </p:txBody>
      </p:sp>
      <p:sp>
        <p:nvSpPr>
          <p:cNvPr id="161" name="Google Shape;161;p11"/>
          <p:cNvSpPr txBox="1"/>
          <p:nvPr>
            <p:ph idx="1" type="subTitle"/>
          </p:nvPr>
        </p:nvSpPr>
        <p:spPr>
          <a:xfrm>
            <a:off x="180112" y="1851282"/>
            <a:ext cx="12169351" cy="4531640"/>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None/>
            </a:pPr>
            <a:r>
              <a:rPr lang="fr-FR" sz="4500">
                <a:solidFill>
                  <a:schemeClr val="lt1"/>
                </a:solidFill>
                <a:latin typeface="Calibri"/>
                <a:ea typeface="Calibri"/>
                <a:cs typeface="Calibri"/>
                <a:sym typeface="Calibri"/>
              </a:rPr>
              <a:t>Niveau Inter-District</a:t>
            </a:r>
            <a:endParaRPr sz="4500">
              <a:solidFill>
                <a:schemeClr val="lt1"/>
              </a:solidFill>
              <a:latin typeface="Calibri"/>
              <a:ea typeface="Calibri"/>
              <a:cs typeface="Calibri"/>
              <a:sym typeface="Calibri"/>
            </a:endParaRPr>
          </a:p>
          <a:p>
            <a:pPr indent="-641977" lvl="0" marL="641977" rtl="0" algn="l">
              <a:lnSpc>
                <a:spcPct val="100000"/>
              </a:lnSpc>
              <a:spcBef>
                <a:spcPts val="900"/>
              </a:spcBef>
              <a:spcAft>
                <a:spcPts val="0"/>
              </a:spcAft>
              <a:buClr>
                <a:schemeClr val="lt1"/>
              </a:buClr>
              <a:buSzPts val="4500"/>
              <a:buFont typeface="Arial"/>
              <a:buChar char="•"/>
            </a:pPr>
            <a:r>
              <a:rPr lang="fr-FR" sz="4500">
                <a:solidFill>
                  <a:schemeClr val="lt1"/>
                </a:solidFill>
              </a:rPr>
              <a:t>Responsable de Coordination Régionale</a:t>
            </a:r>
            <a:endParaRPr>
              <a:solidFill>
                <a:schemeClr val="lt1"/>
              </a:solidFill>
            </a:endParaRPr>
          </a:p>
          <a:p>
            <a:pPr indent="0" lvl="0" marL="0" rtl="0" algn="l">
              <a:lnSpc>
                <a:spcPct val="100000"/>
              </a:lnSpc>
              <a:spcBef>
                <a:spcPts val="900"/>
              </a:spcBef>
              <a:spcAft>
                <a:spcPts val="0"/>
              </a:spcAft>
              <a:buClr>
                <a:schemeClr val="dk1"/>
              </a:buClr>
              <a:buSzPts val="4500"/>
              <a:buNone/>
            </a:pPr>
            <a:r>
              <a:t/>
            </a:r>
            <a:endParaRPr sz="4500">
              <a:solidFill>
                <a:schemeClr val="dk1"/>
              </a:solidFill>
            </a:endParaRPr>
          </a:p>
        </p:txBody>
      </p:sp>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sp>
        <p:nvSpPr>
          <p:cNvPr id="166" name="Google Shape;166;p12"/>
          <p:cNvSpPr txBox="1"/>
          <p:nvPr>
            <p:ph type="ctrTitle"/>
          </p:nvPr>
        </p:nvSpPr>
        <p:spPr>
          <a:xfrm>
            <a:off x="900194" y="255638"/>
            <a:ext cx="10711339" cy="1085041"/>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400">
                <a:solidFill>
                  <a:schemeClr val="lt1"/>
                </a:solidFill>
              </a:rPr>
              <a:t>OLONA HIASA</a:t>
            </a:r>
            <a:endParaRPr sz="4400">
              <a:solidFill>
                <a:schemeClr val="lt1"/>
              </a:solidFill>
            </a:endParaRPr>
          </a:p>
        </p:txBody>
      </p:sp>
      <p:sp>
        <p:nvSpPr>
          <p:cNvPr id="167" name="Google Shape;167;p12"/>
          <p:cNvSpPr txBox="1"/>
          <p:nvPr>
            <p:ph idx="1" type="subTitle"/>
          </p:nvPr>
        </p:nvSpPr>
        <p:spPr>
          <a:xfrm>
            <a:off x="324130" y="1595981"/>
            <a:ext cx="11665295" cy="4595466"/>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None/>
            </a:pPr>
            <a:r>
              <a:rPr lang="fr-FR" sz="4500">
                <a:solidFill>
                  <a:schemeClr val="lt1"/>
                </a:solidFill>
                <a:latin typeface="Calibri"/>
                <a:ea typeface="Calibri"/>
                <a:cs typeface="Calibri"/>
                <a:sym typeface="Calibri"/>
              </a:rPr>
              <a:t>Niveau District</a:t>
            </a:r>
            <a:endParaRPr>
              <a:solidFill>
                <a:schemeClr val="lt1"/>
              </a:solidFill>
            </a:endParaRPr>
          </a:p>
          <a:p>
            <a:pPr indent="-685800" lvl="0" marL="685800" rtl="0" algn="l">
              <a:lnSpc>
                <a:spcPct val="100000"/>
              </a:lnSpc>
              <a:spcBef>
                <a:spcPts val="900"/>
              </a:spcBef>
              <a:spcAft>
                <a:spcPts val="0"/>
              </a:spcAft>
              <a:buClr>
                <a:schemeClr val="lt1"/>
              </a:buClr>
              <a:buSzPts val="4500"/>
              <a:buFont typeface="Noto Sans Symbols"/>
              <a:buChar char="⮚"/>
            </a:pPr>
            <a:r>
              <a:rPr lang="fr-FR" sz="4500">
                <a:solidFill>
                  <a:schemeClr val="lt1"/>
                </a:solidFill>
              </a:rPr>
              <a:t>Expert traitement</a:t>
            </a:r>
            <a:endParaRPr>
              <a:solidFill>
                <a:schemeClr val="lt1"/>
              </a:solidFill>
            </a:endParaRPr>
          </a:p>
          <a:p>
            <a:pPr indent="-685800" lvl="0" marL="685800" rtl="0" algn="l">
              <a:lnSpc>
                <a:spcPct val="100000"/>
              </a:lnSpc>
              <a:spcBef>
                <a:spcPts val="900"/>
              </a:spcBef>
              <a:spcAft>
                <a:spcPts val="0"/>
              </a:spcAft>
              <a:buClr>
                <a:schemeClr val="lt1"/>
              </a:buClr>
              <a:buSzPts val="4500"/>
              <a:buFont typeface="Noto Sans Symbols"/>
              <a:buChar char="⮚"/>
            </a:pPr>
            <a:r>
              <a:rPr lang="fr-FR" sz="4500">
                <a:solidFill>
                  <a:schemeClr val="lt1"/>
                </a:solidFill>
              </a:rPr>
              <a:t>Assistant traitement</a:t>
            </a:r>
            <a:endParaRPr>
              <a:solidFill>
                <a:schemeClr val="lt1"/>
              </a:solidFill>
            </a:endParaRPr>
          </a:p>
          <a:p>
            <a:pPr indent="-685800" lvl="0" marL="685800" rtl="0" algn="l">
              <a:lnSpc>
                <a:spcPct val="100000"/>
              </a:lnSpc>
              <a:spcBef>
                <a:spcPts val="900"/>
              </a:spcBef>
              <a:spcAft>
                <a:spcPts val="0"/>
              </a:spcAft>
              <a:buClr>
                <a:schemeClr val="lt1"/>
              </a:buClr>
              <a:buSzPts val="4500"/>
              <a:buFont typeface="Noto Sans Symbols"/>
              <a:buChar char="⮚"/>
            </a:pPr>
            <a:r>
              <a:rPr lang="fr-FR" sz="4500">
                <a:solidFill>
                  <a:schemeClr val="lt1"/>
                </a:solidFill>
              </a:rPr>
              <a:t>Expert Survey</a:t>
            </a:r>
            <a:endParaRPr>
              <a:solidFill>
                <a:schemeClr val="lt1"/>
              </a:solidFill>
            </a:endParaRPr>
          </a:p>
          <a:p>
            <a:pPr indent="-641977" lvl="0" marL="641977" rtl="0" algn="l">
              <a:lnSpc>
                <a:spcPct val="100000"/>
              </a:lnSpc>
              <a:spcBef>
                <a:spcPts val="900"/>
              </a:spcBef>
              <a:spcAft>
                <a:spcPts val="0"/>
              </a:spcAft>
              <a:buClr>
                <a:srgbClr val="FF0000"/>
              </a:buClr>
              <a:buSzPts val="4500"/>
              <a:buFont typeface="Noto Sans Symbols"/>
              <a:buChar char="⮚"/>
            </a:pPr>
            <a:r>
              <a:rPr lang="fr-FR" sz="4500">
                <a:solidFill>
                  <a:schemeClr val="lt1"/>
                </a:solidFill>
              </a:rPr>
              <a:t>Responsable Logistique et financier</a:t>
            </a:r>
            <a:endParaRPr>
              <a:solidFill>
                <a:schemeClr val="lt1"/>
              </a:solidFill>
            </a:endParaRPr>
          </a:p>
          <a:p>
            <a:pPr indent="0" lvl="0" marL="0" rtl="0" algn="l">
              <a:lnSpc>
                <a:spcPct val="100000"/>
              </a:lnSpc>
              <a:spcBef>
                <a:spcPts val="900"/>
              </a:spcBef>
              <a:spcAft>
                <a:spcPts val="0"/>
              </a:spcAft>
              <a:buClr>
                <a:schemeClr val="dk1"/>
              </a:buClr>
              <a:buSzPts val="4500"/>
              <a:buNone/>
            </a:pPr>
            <a:r>
              <a:t/>
            </a:r>
            <a:endParaRPr sz="4500">
              <a:solidFill>
                <a:schemeClr val="dk1"/>
              </a:solidFill>
            </a:endParaRPr>
          </a:p>
        </p:txBody>
      </p:sp>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1" name="Shape 171"/>
        <p:cNvGrpSpPr/>
        <p:nvPr/>
      </p:nvGrpSpPr>
      <p:grpSpPr>
        <a:xfrm>
          <a:off x="0" y="0"/>
          <a:ext cx="0" cy="0"/>
          <a:chOff x="0" y="0"/>
          <a:chExt cx="0" cy="0"/>
        </a:xfrm>
      </p:grpSpPr>
      <p:sp>
        <p:nvSpPr>
          <p:cNvPr id="172" name="Google Shape;172;p13"/>
          <p:cNvSpPr txBox="1"/>
          <p:nvPr>
            <p:ph type="ctrTitle"/>
          </p:nvPr>
        </p:nvSpPr>
        <p:spPr>
          <a:xfrm>
            <a:off x="1188220" y="255637"/>
            <a:ext cx="10513168" cy="1404171"/>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400">
                <a:solidFill>
                  <a:schemeClr val="lt1"/>
                </a:solidFill>
              </a:rPr>
              <a:t>OLONA HIASA</a:t>
            </a:r>
            <a:endParaRPr sz="4400">
              <a:solidFill>
                <a:schemeClr val="lt1"/>
              </a:solidFill>
            </a:endParaRPr>
          </a:p>
        </p:txBody>
      </p:sp>
      <p:sp>
        <p:nvSpPr>
          <p:cNvPr id="173" name="Google Shape;173;p13"/>
          <p:cNvSpPr txBox="1"/>
          <p:nvPr>
            <p:ph idx="1" type="subTitle"/>
          </p:nvPr>
        </p:nvSpPr>
        <p:spPr>
          <a:xfrm>
            <a:off x="252118" y="1787459"/>
            <a:ext cx="12097343" cy="5042248"/>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None/>
            </a:pPr>
            <a:r>
              <a:rPr lang="fr-FR" sz="4500">
                <a:solidFill>
                  <a:schemeClr val="lt1"/>
                </a:solidFill>
                <a:latin typeface="Calibri"/>
                <a:ea typeface="Calibri"/>
                <a:cs typeface="Calibri"/>
                <a:sym typeface="Calibri"/>
              </a:rPr>
              <a:t>Niveau Inter-Communal</a:t>
            </a:r>
            <a:endParaRPr sz="4500">
              <a:solidFill>
                <a:schemeClr val="lt1"/>
              </a:solidFill>
              <a:latin typeface="Calibri"/>
              <a:ea typeface="Calibri"/>
              <a:cs typeface="Calibri"/>
              <a:sym typeface="Calibri"/>
            </a:endParaRPr>
          </a:p>
          <a:p>
            <a:pPr indent="-685800" lvl="0" marL="685800" rtl="0" algn="l">
              <a:lnSpc>
                <a:spcPct val="100000"/>
              </a:lnSpc>
              <a:spcBef>
                <a:spcPts val="900"/>
              </a:spcBef>
              <a:spcAft>
                <a:spcPts val="0"/>
              </a:spcAft>
              <a:buClr>
                <a:schemeClr val="lt1"/>
              </a:buClr>
              <a:buSzPts val="4500"/>
              <a:buFont typeface="Noto Sans Symbols"/>
              <a:buChar char="⮚"/>
            </a:pPr>
            <a:r>
              <a:rPr lang="fr-FR" sz="4500">
                <a:solidFill>
                  <a:schemeClr val="lt1"/>
                </a:solidFill>
                <a:latin typeface="Calibri"/>
                <a:ea typeface="Calibri"/>
                <a:cs typeface="Calibri"/>
                <a:sym typeface="Calibri"/>
              </a:rPr>
              <a:t>Superviseur Technique</a:t>
            </a:r>
            <a:endParaRPr>
              <a:solidFill>
                <a:schemeClr val="lt1"/>
              </a:solidFill>
            </a:endParaRPr>
          </a:p>
          <a:p>
            <a:pPr indent="-641977" lvl="0" marL="641977" rtl="0" algn="l">
              <a:lnSpc>
                <a:spcPct val="100000"/>
              </a:lnSpc>
              <a:spcBef>
                <a:spcPts val="900"/>
              </a:spcBef>
              <a:spcAft>
                <a:spcPts val="0"/>
              </a:spcAft>
              <a:buClr>
                <a:srgbClr val="FF0000"/>
              </a:buClr>
              <a:buSzPts val="4500"/>
              <a:buFont typeface="Noto Sans Symbols"/>
              <a:buChar char="⮚"/>
            </a:pPr>
            <a:r>
              <a:rPr lang="fr-FR" sz="4500">
                <a:solidFill>
                  <a:srgbClr val="C00000"/>
                </a:solidFill>
                <a:latin typeface="Calibri"/>
                <a:ea typeface="Calibri"/>
                <a:cs typeface="Calibri"/>
                <a:sym typeface="Calibri"/>
              </a:rPr>
              <a:t>Responsable Logistique et financier</a:t>
            </a:r>
            <a:endParaRPr>
              <a:solidFill>
                <a:srgbClr val="C00000"/>
              </a:solidFill>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sp>
        <p:nvSpPr>
          <p:cNvPr id="178" name="Google Shape;178;p14"/>
          <p:cNvSpPr txBox="1"/>
          <p:nvPr>
            <p:ph type="ctrTitle"/>
          </p:nvPr>
        </p:nvSpPr>
        <p:spPr>
          <a:xfrm>
            <a:off x="828186" y="383286"/>
            <a:ext cx="10729191" cy="1467996"/>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Font typeface="Calibri"/>
              <a:buNone/>
            </a:pPr>
            <a:r>
              <a:rPr b="1" lang="fr-FR" sz="4400">
                <a:solidFill>
                  <a:schemeClr val="lt1"/>
                </a:solidFill>
              </a:rPr>
              <a:t>OLONA HIASA</a:t>
            </a:r>
            <a:endParaRPr sz="4400">
              <a:solidFill>
                <a:schemeClr val="lt1"/>
              </a:solidFill>
            </a:endParaRPr>
          </a:p>
        </p:txBody>
      </p:sp>
      <p:sp>
        <p:nvSpPr>
          <p:cNvPr id="179" name="Google Shape;179;p14"/>
          <p:cNvSpPr txBox="1"/>
          <p:nvPr>
            <p:ph idx="1" type="subTitle"/>
          </p:nvPr>
        </p:nvSpPr>
        <p:spPr>
          <a:xfrm>
            <a:off x="324124" y="2042763"/>
            <a:ext cx="12277452" cy="4850771"/>
          </a:xfrm>
          <a:prstGeom prst="rect">
            <a:avLst/>
          </a:prstGeom>
          <a:noFill/>
          <a:ln>
            <a:noFill/>
          </a:ln>
        </p:spPr>
        <p:txBody>
          <a:bodyPr anchorCtr="0" anchor="t" bIns="42775" lIns="85575" spcFirstLastPara="1" rIns="85575" wrap="square" tIns="42775">
            <a:normAutofit/>
          </a:bodyPr>
          <a:lstStyle/>
          <a:p>
            <a:pPr indent="0" lvl="0" marL="0" rtl="0" algn="ctr">
              <a:lnSpc>
                <a:spcPct val="100000"/>
              </a:lnSpc>
              <a:spcBef>
                <a:spcPts val="0"/>
              </a:spcBef>
              <a:spcAft>
                <a:spcPts val="0"/>
              </a:spcAft>
              <a:buClr>
                <a:schemeClr val="dk1"/>
              </a:buClr>
              <a:buSzPts val="4500"/>
              <a:buNone/>
            </a:pPr>
            <a:r>
              <a:rPr lang="fr-FR" sz="4500">
                <a:solidFill>
                  <a:schemeClr val="lt1"/>
                </a:solidFill>
              </a:rPr>
              <a:t>Niveau Inter-Fokontany</a:t>
            </a:r>
            <a:endParaRPr sz="4500">
              <a:solidFill>
                <a:schemeClr val="lt1"/>
              </a:solidFill>
            </a:endParaRPr>
          </a:p>
          <a:p>
            <a:pPr indent="-641977" lvl="0" marL="641977" rtl="0" algn="l">
              <a:lnSpc>
                <a:spcPct val="100000"/>
              </a:lnSpc>
              <a:spcBef>
                <a:spcPts val="900"/>
              </a:spcBef>
              <a:spcAft>
                <a:spcPts val="0"/>
              </a:spcAft>
              <a:buClr>
                <a:schemeClr val="lt1"/>
              </a:buClr>
              <a:buSzPts val="4500"/>
              <a:buFont typeface="Noto Sans Symbols"/>
              <a:buChar char="⮚"/>
            </a:pPr>
            <a:r>
              <a:rPr lang="fr-FR" sz="4500">
                <a:solidFill>
                  <a:schemeClr val="lt1"/>
                </a:solidFill>
              </a:rPr>
              <a:t>Chef d’équipe</a:t>
            </a:r>
            <a:endParaRPr>
              <a:solidFill>
                <a:schemeClr val="lt1"/>
              </a:solidFill>
            </a:endParaRPr>
          </a:p>
          <a:p>
            <a:pPr indent="0" lvl="0" marL="0" rtl="0" algn="l">
              <a:lnSpc>
                <a:spcPct val="100000"/>
              </a:lnSpc>
              <a:spcBef>
                <a:spcPts val="900"/>
              </a:spcBef>
              <a:spcAft>
                <a:spcPts val="0"/>
              </a:spcAft>
              <a:buClr>
                <a:schemeClr val="dk1"/>
              </a:buClr>
              <a:buSzPts val="4500"/>
              <a:buNone/>
            </a:pPr>
            <a:r>
              <a:rPr lang="fr-FR" sz="4500">
                <a:solidFill>
                  <a:schemeClr val="lt1"/>
                </a:solidFill>
                <a:latin typeface="Calibri"/>
                <a:ea typeface="Calibri"/>
                <a:cs typeface="Calibri"/>
                <a:sym typeface="Calibri"/>
              </a:rPr>
              <a:t>			   Niveau Fokontany</a:t>
            </a:r>
            <a:endParaRPr sz="4500">
              <a:solidFill>
                <a:schemeClr val="lt1"/>
              </a:solidFill>
              <a:latin typeface="Calibri"/>
              <a:ea typeface="Calibri"/>
              <a:cs typeface="Calibri"/>
              <a:sym typeface="Calibri"/>
            </a:endParaRPr>
          </a:p>
          <a:p>
            <a:pPr indent="-641977" lvl="0" marL="641977" rtl="0" algn="l">
              <a:lnSpc>
                <a:spcPct val="100000"/>
              </a:lnSpc>
              <a:spcBef>
                <a:spcPts val="900"/>
              </a:spcBef>
              <a:spcAft>
                <a:spcPts val="0"/>
              </a:spcAft>
              <a:buClr>
                <a:schemeClr val="lt1"/>
              </a:buClr>
              <a:buSzPts val="4500"/>
              <a:buFont typeface="Noto Sans Symbols"/>
              <a:buChar char="⮚"/>
            </a:pPr>
            <a:r>
              <a:rPr lang="fr-FR" sz="4500">
                <a:solidFill>
                  <a:schemeClr val="lt1"/>
                </a:solidFill>
                <a:latin typeface="Calibri"/>
                <a:ea typeface="Calibri"/>
                <a:cs typeface="Calibri"/>
                <a:sym typeface="Calibri"/>
              </a:rPr>
              <a:t>Agent enquêteur</a:t>
            </a:r>
            <a:endParaRPr>
              <a:solidFill>
                <a:schemeClr val="lt1"/>
              </a:solidFill>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
        <p:nvSpPr>
          <p:cNvPr id="184" name="Google Shape;184;p15"/>
          <p:cNvSpPr txBox="1"/>
          <p:nvPr/>
        </p:nvSpPr>
        <p:spPr>
          <a:xfrm>
            <a:off x="718034" y="234394"/>
            <a:ext cx="11314380" cy="718462"/>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400"/>
              <a:buFont typeface="Arial"/>
              <a:buNone/>
            </a:pPr>
            <a:r>
              <a:rPr b="1" i="0" lang="fr-FR" sz="4400" u="none" cap="none" strike="noStrike">
                <a:solidFill>
                  <a:schemeClr val="lt1"/>
                </a:solidFill>
                <a:latin typeface="Calibri"/>
                <a:ea typeface="Calibri"/>
                <a:cs typeface="Calibri"/>
                <a:sym typeface="Calibri"/>
              </a:rPr>
              <a:t>FOTOANA HIASANA</a:t>
            </a:r>
            <a:endParaRPr b="0" i="0" sz="1400" u="none" cap="none" strike="noStrike">
              <a:solidFill>
                <a:schemeClr val="lt1"/>
              </a:solidFill>
              <a:latin typeface="Arial"/>
              <a:ea typeface="Arial"/>
              <a:cs typeface="Arial"/>
              <a:sym typeface="Arial"/>
            </a:endParaRPr>
          </a:p>
        </p:txBody>
      </p:sp>
      <p:graphicFrame>
        <p:nvGraphicFramePr>
          <p:cNvPr id="185" name="Google Shape;185;p15"/>
          <p:cNvGraphicFramePr/>
          <p:nvPr/>
        </p:nvGraphicFramePr>
        <p:xfrm>
          <a:off x="196980" y="1134490"/>
          <a:ext cx="3000000" cy="3000000"/>
        </p:xfrm>
        <a:graphic>
          <a:graphicData uri="http://schemas.openxmlformats.org/drawingml/2006/table">
            <a:tbl>
              <a:tblPr>
                <a:noFill/>
                <a:tableStyleId>{7A7804AC-F895-483D-B695-59FD33E2FC94}</a:tableStyleId>
              </a:tblPr>
              <a:tblGrid>
                <a:gridCol w="8767450"/>
                <a:gridCol w="903975"/>
                <a:gridCol w="654325"/>
                <a:gridCol w="611275"/>
                <a:gridCol w="1196700"/>
              </a:tblGrid>
              <a:tr h="294150">
                <a:tc>
                  <a:txBody>
                    <a:bodyPr/>
                    <a:lstStyle/>
                    <a:p>
                      <a:pPr indent="0" lvl="0" marL="0" marR="0" rtl="0" algn="ctr">
                        <a:lnSpc>
                          <a:spcPct val="100000"/>
                        </a:lnSpc>
                        <a:spcBef>
                          <a:spcPts val="0"/>
                        </a:spcBef>
                        <a:spcAft>
                          <a:spcPts val="0"/>
                        </a:spcAft>
                        <a:buClr>
                          <a:schemeClr val="dk1"/>
                        </a:buClr>
                        <a:buSzPts val="1800"/>
                        <a:buFont typeface="Times New Roman"/>
                        <a:buNone/>
                      </a:pPr>
                      <a:r>
                        <a:rPr b="1" lang="fr-FR" sz="1800" u="none" cap="none" strike="noStrike">
                          <a:latin typeface="Times New Roman"/>
                          <a:ea typeface="Times New Roman"/>
                          <a:cs typeface="Times New Roman"/>
                          <a:sym typeface="Times New Roman"/>
                        </a:rPr>
                        <a:t>ACTIVITES</a:t>
                      </a:r>
                      <a:endParaRPr b="1" i="0" sz="18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1" lang="fr-FR" sz="1600" u="none" cap="none" strike="noStrike">
                          <a:latin typeface="Times New Roman"/>
                          <a:ea typeface="Times New Roman"/>
                          <a:cs typeface="Times New Roman"/>
                          <a:sym typeface="Times New Roman"/>
                        </a:rPr>
                        <a:t>Durée (j)</a:t>
                      </a:r>
                      <a:endParaRPr b="1" i="0" sz="16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chemeClr val="dk1"/>
                        </a:buClr>
                        <a:buSzPts val="1600"/>
                        <a:buFont typeface="Times New Roman"/>
                        <a:buNone/>
                      </a:pPr>
                      <a:r>
                        <a:rPr b="1" lang="fr-FR" sz="1600" u="none" cap="none" strike="noStrike">
                          <a:latin typeface="Times New Roman"/>
                          <a:ea typeface="Times New Roman"/>
                          <a:cs typeface="Times New Roman"/>
                          <a:sym typeface="Times New Roman"/>
                        </a:rPr>
                        <a:t>INTERVENANTS</a:t>
                      </a:r>
                      <a:endParaRPr b="1" i="0" sz="16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294150">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lang="fr-FR" sz="1400" u="none" cap="none" strike="noStrike">
                          <a:latin typeface="Times New Roman"/>
                          <a:ea typeface="Times New Roman"/>
                          <a:cs typeface="Times New Roman"/>
                          <a:sym typeface="Times New Roman"/>
                        </a:rPr>
                        <a:t>Préparation de la Formation des Contrôleurs</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CC2E5"/>
                    </a:solidFill>
                  </a:tcPr>
                </a:tc>
                <a:tc hMerge="1"/>
                <a:tc rowSpan="20">
                  <a:txBody>
                    <a:bodyPr/>
                    <a:lstStyle/>
                    <a:p>
                      <a:pPr indent="0" lvl="0" marL="0" marR="0" rtl="0" algn="ctr">
                        <a:lnSpc>
                          <a:spcPct val="100000"/>
                        </a:lnSpc>
                        <a:spcBef>
                          <a:spcPts val="0"/>
                        </a:spcBef>
                        <a:spcAft>
                          <a:spcPts val="0"/>
                        </a:spcAft>
                        <a:buClr>
                          <a:schemeClr val="lt1"/>
                        </a:buClr>
                        <a:buSzPts val="1400"/>
                        <a:buFont typeface="Times New Roman"/>
                        <a:buNone/>
                      </a:pPr>
                      <a:r>
                        <a:rPr lang="fr-FR" sz="1400" u="none" cap="none" strike="noStrike">
                          <a:solidFill>
                            <a:schemeClr val="lt1"/>
                          </a:solidFill>
                          <a:latin typeface="Times New Roman"/>
                          <a:ea typeface="Times New Roman"/>
                          <a:cs typeface="Times New Roman"/>
                          <a:sym typeface="Times New Roman"/>
                        </a:rPr>
                        <a:t>RESPONSABLE TECHNIQUE (52j)</a:t>
                      </a:r>
                      <a:endParaRPr b="0" i="0" sz="1400" u="none" cap="none" strike="noStrike">
                        <a:solidFill>
                          <a:schemeClr val="lt1"/>
                        </a:solidFill>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2F5496"/>
                    </a:solidFill>
                  </a:tcPr>
                </a:tc>
                <a:tc rowSpan="7">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rowSpan="15">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Descente des RESP TECHNIQUE vers le district d’intervention</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3166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Visite de courtoisies + Evaluation des dossiers de candidature des CE + sélection des CE à retenir pour la formation</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1" i="0" lang="fr-FR" sz="1400" u="none" cap="none" strike="noStrike">
                          <a:solidFill>
                            <a:srgbClr val="000000"/>
                          </a:solidFill>
                          <a:latin typeface="Times New Roman"/>
                          <a:ea typeface="Times New Roman"/>
                          <a:cs typeface="Times New Roman"/>
                          <a:sym typeface="Times New Roman"/>
                        </a:rPr>
                        <a:t>3</a:t>
                      </a:r>
                      <a:endParaRPr sz="1700" u="none" cap="none" strike="noStrike"/>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Préparation logistique pour la formation des CE</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0</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Formation des CE</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rPr b="0" i="0" lang="fr-FR" sz="1400" u="none" cap="none" strike="noStrike">
                          <a:solidFill>
                            <a:srgbClr val="1D1B10"/>
                          </a:solidFill>
                          <a:latin typeface="Times New Roman"/>
                          <a:ea typeface="Times New Roman"/>
                          <a:cs typeface="Times New Roman"/>
                          <a:sym typeface="Times New Roman"/>
                        </a:rPr>
                        <a:t>8</a:t>
                      </a:r>
                      <a:endParaRPr b="1" i="0" sz="1400" u="none" cap="none" strike="noStrike">
                        <a:solidFill>
                          <a:srgbClr val="1D1B1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vMerge="1"/>
                <a:tc vMerge="1"/>
                <a:tc vMerge="1"/>
              </a:tr>
              <a:tr h="457550">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Correction des tests d'évaluation + rédaction PV + élaboration de la liste finale des CE retenus et ceux en liste d’attente (pour paiement indemnité de formation) + envoi de la liste</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1" i="0" lang="fr-FR" sz="1400" u="none" cap="none" strike="noStrike">
                          <a:solidFill>
                            <a:srgbClr val="000000"/>
                          </a:solidFill>
                          <a:latin typeface="Times New Roman"/>
                          <a:ea typeface="Times New Roman"/>
                          <a:cs typeface="Times New Roman"/>
                          <a:sym typeface="Times New Roman"/>
                        </a:rPr>
                        <a:t>1</a:t>
                      </a:r>
                      <a:endParaRPr sz="1700" u="none" cap="none" strike="noStrike"/>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Préparation technique pour la descente vers les communes + attente de paiement de 50%</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94150">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lang="fr-FR" sz="1400" u="none" cap="none" strike="noStrike">
                          <a:latin typeface="Times New Roman"/>
                          <a:ea typeface="Times New Roman"/>
                          <a:cs typeface="Times New Roman"/>
                          <a:sym typeface="Times New Roman"/>
                        </a:rPr>
                        <a:t>Préparation de la Formation des Agents recenseurs</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CC2E5"/>
                    </a:solidFill>
                  </a:tcPr>
                </a:tc>
                <a:tc hMerge="1"/>
                <a:tc vMerge="1"/>
                <a:tc rowSpan="12">
                  <a:txBody>
                    <a:bodyPr/>
                    <a:lstStyle/>
                    <a:p>
                      <a:pPr indent="0" lvl="0" marL="0" marR="0" rtl="0" algn="ctr">
                        <a:lnSpc>
                          <a:spcPct val="100000"/>
                        </a:lnSpc>
                        <a:spcBef>
                          <a:spcPts val="0"/>
                        </a:spcBef>
                        <a:spcAft>
                          <a:spcPts val="0"/>
                        </a:spcAft>
                        <a:buClr>
                          <a:schemeClr val="lt1"/>
                        </a:buClr>
                        <a:buSzPts val="1400"/>
                        <a:buFont typeface="Times New Roman"/>
                        <a:buNone/>
                      </a:pPr>
                      <a:r>
                        <a:rPr b="1" i="0" lang="fr-FR" sz="1400" u="none" cap="none" strike="noStrike">
                          <a:solidFill>
                            <a:schemeClr val="lt1"/>
                          </a:solidFill>
                          <a:latin typeface="Times New Roman"/>
                          <a:ea typeface="Times New Roman"/>
                          <a:cs typeface="Times New Roman"/>
                          <a:sym typeface="Times New Roman"/>
                        </a:rPr>
                        <a:t>CHEF D’EQUIPE (36j)</a:t>
                      </a:r>
                      <a:endParaRPr sz="1800" u="none" cap="none" strike="noStrike">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8DA9DB"/>
                    </a:solidFill>
                  </a:tcPr>
                </a:tc>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Descente des CE vers la commune d’intervention</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89200">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Visite de courtoisies + Evaluation des dossiers de candidature des AR + sélection des AE à retenir pour la formation</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1" i="0" lang="fr-FR" sz="1400" u="none" cap="none" strike="noStrike">
                          <a:solidFill>
                            <a:srgbClr val="000000"/>
                          </a:solidFill>
                          <a:latin typeface="Times New Roman"/>
                          <a:ea typeface="Times New Roman"/>
                          <a:cs typeface="Times New Roman"/>
                          <a:sym typeface="Times New Roman"/>
                        </a:rPr>
                        <a:t>2</a:t>
                      </a:r>
                      <a:endParaRPr sz="1700" u="none" cap="none" strike="noStrike"/>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Réunion comité locale et sensibilisation (réunion des chefs fokontany)</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Préparation logistique pour la formation des AE</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0</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Formation des Agents enquêteurs</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a:txBody>
                    <a:bodyPr/>
                    <a:lstStyle/>
                    <a:p>
                      <a:pPr indent="0" lvl="0" marL="0" marR="0" rtl="0" algn="ctr">
                        <a:lnSpc>
                          <a:spcPct val="100000"/>
                        </a:lnSpc>
                        <a:spcBef>
                          <a:spcPts val="0"/>
                        </a:spcBef>
                        <a:spcAft>
                          <a:spcPts val="0"/>
                        </a:spcAft>
                        <a:buClr>
                          <a:schemeClr val="dk1"/>
                        </a:buClr>
                        <a:buSzPts val="1400"/>
                        <a:buFont typeface="Times New Roman"/>
                        <a:buNone/>
                      </a:pPr>
                      <a:r>
                        <a:rPr b="0" i="0" lang="fr-FR" sz="1400" u="none" cap="none" strike="noStrike">
                          <a:solidFill>
                            <a:schemeClr val="lt1"/>
                          </a:solidFill>
                          <a:latin typeface="Times New Roman"/>
                          <a:ea typeface="Times New Roman"/>
                          <a:cs typeface="Times New Roman"/>
                          <a:sym typeface="Times New Roman"/>
                        </a:rPr>
                        <a:t>6</a:t>
                      </a:r>
                      <a:endParaRPr b="1" i="0" sz="1400" u="none" cap="none" strike="noStrike">
                        <a:solidFill>
                          <a:schemeClr val="lt1"/>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00"/>
                    </a:solidFill>
                  </a:tcPr>
                </a:tc>
                <a:tc vMerge="1"/>
                <a:tc vMerge="1"/>
                <a:tc vMerge="1"/>
              </a:tr>
              <a:tr h="457550">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Correction des tests d'évaluation + rédaction PV + élaboration de la liste finale des AR retenus et en attente (pour paiement) + envoi de la liste</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Times New Roman"/>
                        <a:buNone/>
                      </a:pPr>
                      <a:r>
                        <a:rPr b="1" i="0" lang="fr-FR" sz="1400" u="none" cap="none" strike="noStrike">
                          <a:solidFill>
                            <a:srgbClr val="000000"/>
                          </a:solidFill>
                          <a:latin typeface="Times New Roman"/>
                          <a:ea typeface="Times New Roman"/>
                          <a:cs typeface="Times New Roman"/>
                          <a:sym typeface="Times New Roman"/>
                        </a:rPr>
                        <a:t>2</a:t>
                      </a:r>
                      <a:endParaRPr sz="1700" u="none" cap="none" strike="noStrike"/>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Préparation technique pour la descente vers les fokontany/ lieu de travail</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94150">
                <a:tc gridSpan="2">
                  <a:txBody>
                    <a:bodyPr/>
                    <a:lstStyle/>
                    <a:p>
                      <a:pPr indent="0" lvl="0" marL="0" marR="0" rtl="0" algn="l">
                        <a:lnSpc>
                          <a:spcPct val="100000"/>
                        </a:lnSpc>
                        <a:spcBef>
                          <a:spcPts val="0"/>
                        </a:spcBef>
                        <a:spcAft>
                          <a:spcPts val="0"/>
                        </a:spcAft>
                        <a:buClr>
                          <a:schemeClr val="dk1"/>
                        </a:buClr>
                        <a:buSzPts val="1400"/>
                        <a:buFont typeface="Times New Roman"/>
                        <a:buNone/>
                      </a:pPr>
                      <a:r>
                        <a:rPr b="1" lang="fr-FR" sz="1400" u="none" cap="none" strike="noStrike">
                          <a:latin typeface="Times New Roman"/>
                          <a:ea typeface="Times New Roman"/>
                          <a:cs typeface="Times New Roman"/>
                          <a:sym typeface="Times New Roman"/>
                        </a:rPr>
                        <a:t>Collecte de données sur terrain</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9CC2E5"/>
                    </a:solidFill>
                  </a:tcPr>
                </a:tc>
                <a:tc hMerge="1"/>
                <a:tc vMerge="1"/>
                <a:tc vMerge="1"/>
                <a:tc rowSpan="3">
                  <a:txBody>
                    <a:bodyPr/>
                    <a:lstStyle/>
                    <a:p>
                      <a:pPr indent="0" lvl="0" marL="0" marR="0" rtl="0" algn="ctr">
                        <a:lnSpc>
                          <a:spcPct val="100000"/>
                        </a:lnSpc>
                        <a:spcBef>
                          <a:spcPts val="0"/>
                        </a:spcBef>
                        <a:spcAft>
                          <a:spcPts val="0"/>
                        </a:spcAft>
                        <a:buClr>
                          <a:srgbClr val="000000"/>
                        </a:buClr>
                        <a:buSzPts val="1400"/>
                        <a:buFont typeface="Times New Roman"/>
                        <a:buNone/>
                      </a:pPr>
                      <a:r>
                        <a:rPr b="1" i="0" lang="fr-FR" sz="1400" u="none" cap="none" strike="noStrike">
                          <a:solidFill>
                            <a:srgbClr val="000000"/>
                          </a:solidFill>
                          <a:latin typeface="Times New Roman"/>
                          <a:ea typeface="Times New Roman"/>
                          <a:cs typeface="Times New Roman"/>
                          <a:sym typeface="Times New Roman"/>
                        </a:rPr>
                        <a:t>AGENT EQUETEUR (23 j)</a:t>
                      </a:r>
                      <a:endParaRPr sz="1800" u="none" cap="none" strike="noStrike">
                        <a:latin typeface="Times New Roman"/>
                        <a:ea typeface="Times New Roman"/>
                        <a:cs typeface="Times New Roman"/>
                        <a:sym typeface="Times New Roman"/>
                      </a:endParaRPr>
                    </a:p>
                  </a:txBody>
                  <a:tcPr marT="0" marB="0" marR="0" marL="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B3C6E7"/>
                    </a:solidFill>
                  </a:tcPr>
                </a:tc>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Dénombrement</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3</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Collecte de données</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20</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vMerge="1"/>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Activités de vérification post-collectes</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vMerge="1"/>
                <a:tc rowSpan="2">
                  <a:txBody>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28775">
                <a:tc>
                  <a:txBody>
                    <a:bodyPr/>
                    <a:lstStyle/>
                    <a:p>
                      <a:pPr indent="0" lvl="0" marL="0" marR="0" rtl="0" algn="l">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Retour des RESP TECH vers Tanà</a:t>
                      </a:r>
                      <a:endParaRPr b="0"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Times New Roman"/>
                        <a:buNone/>
                      </a:pPr>
                      <a:r>
                        <a:rPr lang="fr-FR" sz="1400" u="none" cap="none" strike="noStrike">
                          <a:latin typeface="Times New Roman"/>
                          <a:ea typeface="Times New Roman"/>
                          <a:cs typeface="Times New Roman"/>
                          <a:sym typeface="Times New Roman"/>
                        </a:rPr>
                        <a:t>1</a:t>
                      </a:r>
                      <a:endParaRPr b="1" i="0" sz="14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c>
                  <a:txBody>
                    <a:bodyPr/>
                    <a:lstStyle/>
                    <a:p>
                      <a:pPr indent="0" lvl="0" marL="0" marR="0" rtl="0" algn="l">
                        <a:lnSpc>
                          <a:spcPct val="100000"/>
                        </a:lnSpc>
                        <a:spcBef>
                          <a:spcPts val="0"/>
                        </a:spcBef>
                        <a:spcAft>
                          <a:spcPts val="0"/>
                        </a:spcAft>
                        <a:buClr>
                          <a:schemeClr val="dk1"/>
                        </a:buClr>
                        <a:buSzPts val="900"/>
                        <a:buFont typeface="Calibri"/>
                        <a:buNone/>
                      </a:pPr>
                      <a:r>
                        <a:t/>
                      </a:r>
                      <a:endParaRPr b="0" i="0" sz="900" u="none" cap="none" strike="noStrike">
                        <a:solidFill>
                          <a:srgbClr val="000000"/>
                        </a:solidFill>
                        <a:latin typeface="Times New Roman"/>
                        <a:ea typeface="Times New Roman"/>
                        <a:cs typeface="Times New Roman"/>
                        <a:sym typeface="Times New Roman"/>
                      </a:endParaRPr>
                    </a:p>
                  </a:txBody>
                  <a:tcPr marT="0" marB="0" marR="0" marL="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vMerge="1"/>
              </a:tr>
            </a:tbl>
          </a:graphicData>
        </a:graphic>
      </p:graphicFrame>
    </p:spTree>
  </p:cSld>
  <p:clrMapOvr>
    <a:masterClrMapping/>
  </p:clrMapOvr>
  <p:transition spd="slow">
    <p:wipe dir="l"/>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89" name="Shape 189"/>
        <p:cNvGrpSpPr/>
        <p:nvPr/>
      </p:nvGrpSpPr>
      <p:grpSpPr>
        <a:xfrm>
          <a:off x="0" y="0"/>
          <a:ext cx="0" cy="0"/>
          <a:chOff x="0" y="0"/>
          <a:chExt cx="0" cy="0"/>
        </a:xfrm>
      </p:grpSpPr>
      <p:sp>
        <p:nvSpPr>
          <p:cNvPr id="190" name="Google Shape;190;p16"/>
          <p:cNvSpPr txBox="1"/>
          <p:nvPr/>
        </p:nvSpPr>
        <p:spPr>
          <a:xfrm>
            <a:off x="718034" y="234394"/>
            <a:ext cx="11314380" cy="718462"/>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000000"/>
              </a:buClr>
              <a:buSzPts val="4400"/>
              <a:buFont typeface="Arial"/>
              <a:buNone/>
            </a:pPr>
            <a:r>
              <a:rPr b="1" i="0" lang="fr-FR" sz="4400" u="none" cap="none" strike="noStrike">
                <a:solidFill>
                  <a:schemeClr val="lt1"/>
                </a:solidFill>
                <a:latin typeface="Calibri"/>
                <a:ea typeface="Calibri"/>
                <a:cs typeface="Calibri"/>
                <a:sym typeface="Calibri"/>
              </a:rPr>
              <a:t>ZAVATRA MILA HANANANA</a:t>
            </a:r>
            <a:endParaRPr b="0" i="0" sz="1400" u="none" cap="none" strike="noStrike">
              <a:solidFill>
                <a:schemeClr val="lt1"/>
              </a:solidFill>
              <a:latin typeface="Arial"/>
              <a:ea typeface="Arial"/>
              <a:cs typeface="Arial"/>
              <a:sym typeface="Arial"/>
            </a:endParaRPr>
          </a:p>
        </p:txBody>
      </p:sp>
      <p:sp>
        <p:nvSpPr>
          <p:cNvPr id="191" name="Google Shape;191;p16"/>
          <p:cNvSpPr/>
          <p:nvPr/>
        </p:nvSpPr>
        <p:spPr>
          <a:xfrm>
            <a:off x="196979" y="1062485"/>
            <a:ext cx="12282057" cy="5766600"/>
          </a:xfrm>
          <a:prstGeom prst="rect">
            <a:avLst/>
          </a:prstGeom>
          <a:noFill/>
          <a:ln>
            <a:noFill/>
          </a:ln>
        </p:spPr>
        <p:txBody>
          <a:bodyPr anchorCtr="0" anchor="t" bIns="45700" lIns="91425" spcFirstLastPara="1" rIns="91425" wrap="square" tIns="45700">
            <a:noAutofit/>
          </a:bodyPr>
          <a:lstStyle/>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Ordinateur portable sy téléphone android misy Microsoft Office sy scanneur mazava tsara ;</a:t>
            </a:r>
            <a:endParaRPr b="0" i="0" sz="1400" u="none" cap="none" strike="noStrike">
              <a:solidFill>
                <a:schemeClr val="lt1"/>
              </a:solidFill>
              <a:latin typeface="Arial"/>
              <a:ea typeface="Arial"/>
              <a:cs typeface="Arial"/>
              <a:sym typeface="Arial"/>
            </a:endParaRPr>
          </a:p>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Fahazarana mampiasa Whatsapp sy Mail amin’ny Téléphone sy Ordinateur ;</a:t>
            </a:r>
            <a:endParaRPr b="0" i="0" sz="1400" u="none" cap="none" strike="noStrike">
              <a:solidFill>
                <a:schemeClr val="lt1"/>
              </a:solidFill>
              <a:latin typeface="Arial"/>
              <a:ea typeface="Arial"/>
              <a:cs typeface="Arial"/>
              <a:sym typeface="Arial"/>
            </a:endParaRPr>
          </a:p>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Fahaizana Informatique Bureautique ;</a:t>
            </a:r>
            <a:endParaRPr b="0" i="0" sz="1400" u="none" cap="none" strike="noStrike">
              <a:solidFill>
                <a:schemeClr val="lt1"/>
              </a:solidFill>
              <a:latin typeface="Arial"/>
              <a:ea typeface="Arial"/>
              <a:cs typeface="Arial"/>
              <a:sym typeface="Arial"/>
            </a:endParaRPr>
          </a:p>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Fahafehezana Excel, Word, Pdf, PowerPoint, Internet (compte google, navigation) ;</a:t>
            </a:r>
            <a:endParaRPr b="0" i="0" sz="1400" u="none" cap="none" strike="noStrike">
              <a:solidFill>
                <a:schemeClr val="lt1"/>
              </a:solidFill>
              <a:latin typeface="Arial"/>
              <a:ea typeface="Arial"/>
              <a:cs typeface="Arial"/>
              <a:sym typeface="Arial"/>
            </a:endParaRPr>
          </a:p>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Fahaizana mikajy (calcul) ; </a:t>
            </a:r>
            <a:endParaRPr b="0" i="0" sz="1400" u="none" cap="none" strike="noStrike">
              <a:solidFill>
                <a:schemeClr val="lt1"/>
              </a:solidFill>
              <a:latin typeface="Arial"/>
              <a:ea typeface="Arial"/>
              <a:cs typeface="Arial"/>
              <a:sym typeface="Arial"/>
            </a:endParaRPr>
          </a:p>
          <a:p>
            <a:pPr indent="-571500" lvl="0" marL="571500" marR="0" rtl="0" algn="l">
              <a:lnSpc>
                <a:spcPct val="100000"/>
              </a:lnSpc>
              <a:spcBef>
                <a:spcPts val="0"/>
              </a:spcBef>
              <a:spcAft>
                <a:spcPts val="0"/>
              </a:spcAft>
              <a:buClr>
                <a:schemeClr val="lt1"/>
              </a:buClr>
              <a:buSzPts val="4000"/>
              <a:buFont typeface="Noto Sans Symbols"/>
              <a:buChar char="⮚"/>
            </a:pPr>
            <a:r>
              <a:rPr b="0" i="0" lang="fr-FR" sz="4000" u="none" cap="none" strike="noStrike">
                <a:solidFill>
                  <a:schemeClr val="lt1"/>
                </a:solidFill>
                <a:latin typeface="Calibri"/>
                <a:ea typeface="Calibri"/>
                <a:cs typeface="Calibri"/>
                <a:sym typeface="Calibri"/>
              </a:rPr>
              <a:t>Fahavononana sy fitiavana fivoarana ary karokaroka.</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17"/>
          <p:cNvSpPr txBox="1"/>
          <p:nvPr>
            <p:ph type="ctrTitle"/>
          </p:nvPr>
        </p:nvSpPr>
        <p:spPr>
          <a:xfrm>
            <a:off x="1794013" y="109630"/>
            <a:ext cx="10123500" cy="1296000"/>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Calibri"/>
              <a:buNone/>
            </a:pPr>
            <a:r>
              <a:rPr b="1" lang="fr-FR" sz="4000">
                <a:solidFill>
                  <a:schemeClr val="lt1"/>
                </a:solidFill>
              </a:rPr>
              <a:t>ZAVATRA ATAO SY ANDRASANA</a:t>
            </a:r>
            <a:endParaRPr b="1">
              <a:solidFill>
                <a:schemeClr val="lt1"/>
              </a:solidFill>
            </a:endParaRPr>
          </a:p>
        </p:txBody>
      </p:sp>
      <p:sp>
        <p:nvSpPr>
          <p:cNvPr id="198" name="Google Shape;198;p17"/>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92500" lnSpcReduction="20000"/>
          </a:bodyPr>
          <a:lstStyle/>
          <a:p>
            <a:pPr indent="0" lvl="0" marL="0" rtl="0" algn="l">
              <a:lnSpc>
                <a:spcPct val="100000"/>
              </a:lnSpc>
              <a:spcBef>
                <a:spcPts val="0"/>
              </a:spcBef>
              <a:spcAft>
                <a:spcPts val="0"/>
              </a:spcAft>
              <a:buClr>
                <a:schemeClr val="dk1"/>
              </a:buClr>
              <a:buSzPct val="100000"/>
              <a:buNone/>
            </a:pPr>
            <a:r>
              <a:rPr b="1" lang="fr-FR">
                <a:solidFill>
                  <a:schemeClr val="lt1"/>
                </a:solidFill>
                <a:latin typeface="Calibri"/>
                <a:ea typeface="Calibri"/>
                <a:cs typeface="Calibri"/>
                <a:sym typeface="Calibri"/>
              </a:rPr>
              <a:t>MIALOHAN’NY FIOFANANA</a:t>
            </a:r>
            <a:endParaRPr>
              <a:solidFill>
                <a:schemeClr val="lt1"/>
              </a:solidFill>
            </a:endParaRPr>
          </a:p>
          <a:p>
            <a:pPr indent="-457200" lvl="0" marL="457200" rtl="0" algn="l">
              <a:lnSpc>
                <a:spcPct val="100000"/>
              </a:lnSpc>
              <a:spcBef>
                <a:spcPts val="592"/>
              </a:spcBef>
              <a:spcAft>
                <a:spcPts val="0"/>
              </a:spcAft>
              <a:buClr>
                <a:schemeClr val="lt1"/>
              </a:buClr>
              <a:buSzPct val="100000"/>
              <a:buFont typeface="Noto Sans Symbols"/>
              <a:buChar char="⮚"/>
            </a:pPr>
            <a:r>
              <a:rPr lang="fr-FR" sz="3200">
                <a:solidFill>
                  <a:schemeClr val="lt1"/>
                </a:solidFill>
              </a:rPr>
              <a:t>Hanomana mialoha ny salle hanaovana fampiofanana;</a:t>
            </a:r>
            <a:endParaRPr>
              <a:solidFill>
                <a:schemeClr val="lt1"/>
              </a:solidFill>
            </a:endParaRPr>
          </a:p>
          <a:p>
            <a:pPr indent="-457200" lvl="0" marL="457200" rtl="0" algn="l">
              <a:lnSpc>
                <a:spcPct val="100000"/>
              </a:lnSpc>
              <a:spcBef>
                <a:spcPts val="592"/>
              </a:spcBef>
              <a:spcAft>
                <a:spcPts val="0"/>
              </a:spcAft>
              <a:buClr>
                <a:schemeClr val="lt1"/>
              </a:buClr>
              <a:buSzPct val="100000"/>
              <a:buFont typeface="Noto Sans Symbols"/>
              <a:buChar char="⮚"/>
            </a:pPr>
            <a:r>
              <a:rPr lang="fr-FR" sz="3200">
                <a:solidFill>
                  <a:schemeClr val="lt1"/>
                </a:solidFill>
              </a:rPr>
              <a:t>Hampanao présence ny autorité locale izay efa nivory ary hanao scan ny fiche de présence, ary andefa izany sur Drive;</a:t>
            </a:r>
            <a:endParaRPr>
              <a:solidFill>
                <a:schemeClr val="lt1"/>
              </a:solidFill>
            </a:endParaRPr>
          </a:p>
          <a:p>
            <a:pPr indent="-457200" lvl="0" marL="457200" rtl="0" algn="l">
              <a:lnSpc>
                <a:spcPct val="100000"/>
              </a:lnSpc>
              <a:spcBef>
                <a:spcPts val="592"/>
              </a:spcBef>
              <a:spcAft>
                <a:spcPts val="0"/>
              </a:spcAft>
              <a:buClr>
                <a:schemeClr val="lt1"/>
              </a:buClr>
              <a:buSzPct val="100000"/>
              <a:buFont typeface="Noto Sans Symbols"/>
              <a:buChar char="⮚"/>
            </a:pPr>
            <a:r>
              <a:rPr lang="fr-FR" sz="3200">
                <a:solidFill>
                  <a:schemeClr val="lt1"/>
                </a:solidFill>
              </a:rPr>
              <a:t>Hifanampy sy hikirakira ny lisitr’ireo izay voafantina hiatrika ny fiofanana anaty excel ;</a:t>
            </a:r>
            <a:endParaRPr sz="3200">
              <a:solidFill>
                <a:schemeClr val="lt1"/>
              </a:solidFill>
            </a:endParaRPr>
          </a:p>
          <a:p>
            <a:pPr indent="-457200" lvl="0" marL="457200" rtl="0" algn="l">
              <a:lnSpc>
                <a:spcPct val="100000"/>
              </a:lnSpc>
              <a:spcBef>
                <a:spcPts val="592"/>
              </a:spcBef>
              <a:spcAft>
                <a:spcPts val="0"/>
              </a:spcAft>
              <a:buClr>
                <a:schemeClr val="lt1"/>
              </a:buClr>
              <a:buSzPct val="100000"/>
              <a:buFont typeface="Noto Sans Symbols"/>
              <a:buChar char="⮚"/>
            </a:pPr>
            <a:r>
              <a:rPr lang="fr-FR" sz="3200">
                <a:solidFill>
                  <a:schemeClr val="lt1"/>
                </a:solidFill>
              </a:rPr>
              <a:t>Hifandrimbona amin’ny fiantsoana ny ekipa rehetra hiatrika fiofanana; </a:t>
            </a:r>
            <a:r>
              <a:rPr b="1" lang="fr-FR" sz="3200">
                <a:solidFill>
                  <a:schemeClr val="lt1"/>
                </a:solidFill>
              </a:rPr>
              <a:t>NB: Ireo izay  mombamomban’ny kandida mila azo mandritra ny antso: Anarana sy fanampin’anarany ,karapanondro, Laharana finday misy M’Vola misoratra amin’ilay kandida. Mila hazavaina tsara fa rehefa tsy misoratra aminy dia mba amporisihina izy mba hikarakara izay haingana. Alefa Whatsapp na amin’ny fomba hafa,ny idealy de miaraka amin’ny sary karapanondro sy capture d’écran hoe misoratra aminy ilay laharana finday.</a:t>
            </a:r>
            <a:endParaRPr>
              <a:solidFill>
                <a:schemeClr val="lt1"/>
              </a:solidFill>
            </a:endParaRPr>
          </a:p>
          <a:p>
            <a:pPr indent="-269240" lvl="0" marL="645160" rtl="0" algn="l">
              <a:lnSpc>
                <a:spcPct val="100000"/>
              </a:lnSpc>
              <a:spcBef>
                <a:spcPts val="592"/>
              </a:spcBef>
              <a:spcAft>
                <a:spcPts val="0"/>
              </a:spcAft>
              <a:buClr>
                <a:schemeClr val="lt1"/>
              </a:buClr>
              <a:buSzPct val="100000"/>
              <a:buFont typeface="Noto Sans Symbols"/>
              <a:buNone/>
            </a:pPr>
            <a:r>
              <a:t/>
            </a:r>
            <a:endParaRPr b="1" sz="3200">
              <a:solidFill>
                <a:schemeClr val="lt1"/>
              </a:solidFill>
            </a:endParaRPr>
          </a:p>
          <a:p>
            <a:pPr indent="-269240" lvl="0" marL="645160" rtl="0" algn="l">
              <a:lnSpc>
                <a:spcPct val="100000"/>
              </a:lnSpc>
              <a:spcBef>
                <a:spcPts val="592"/>
              </a:spcBef>
              <a:spcAft>
                <a:spcPts val="0"/>
              </a:spcAft>
              <a:buClr>
                <a:schemeClr val="lt1"/>
              </a:buClr>
              <a:buSzPct val="100000"/>
              <a:buFont typeface="Noto Sans Symbols"/>
              <a:buNone/>
            </a:pPr>
            <a:r>
              <a:t/>
            </a:r>
            <a:endParaRPr b="1" sz="3200">
              <a:solidFill>
                <a:srgbClr val="FF0000"/>
              </a:solidFill>
            </a:endParaRPr>
          </a:p>
          <a:p>
            <a:pPr indent="0" lvl="0" marL="0" rtl="0" algn="l">
              <a:lnSpc>
                <a:spcPct val="100000"/>
              </a:lnSpc>
              <a:spcBef>
                <a:spcPts val="592"/>
              </a:spcBef>
              <a:spcAft>
                <a:spcPts val="0"/>
              </a:spcAft>
              <a:buClr>
                <a:schemeClr val="dk1"/>
              </a:buClr>
              <a:buSzPct val="100000"/>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592"/>
              </a:spcBef>
              <a:spcAft>
                <a:spcPts val="0"/>
              </a:spcAft>
              <a:buClr>
                <a:schemeClr val="dk1"/>
              </a:buClr>
              <a:buSzPct val="100000"/>
              <a:buNone/>
            </a:pPr>
            <a:r>
              <a:t/>
            </a:r>
            <a:endParaRPr sz="3200">
              <a:solidFill>
                <a:schemeClr val="dk1"/>
              </a:solidFill>
            </a:endParaRPr>
          </a:p>
          <a:p>
            <a:pPr indent="0" lvl="0" marL="0" rtl="0" algn="l">
              <a:lnSpc>
                <a:spcPct val="100000"/>
              </a:lnSpc>
              <a:spcBef>
                <a:spcPts val="555"/>
              </a:spcBef>
              <a:spcAft>
                <a:spcPts val="0"/>
              </a:spcAft>
              <a:buClr>
                <a:schemeClr val="dk1"/>
              </a:buClr>
              <a:buSzPct val="100000"/>
              <a:buNone/>
            </a:pPr>
            <a:r>
              <a:t/>
            </a:r>
            <a:endParaRPr>
              <a:solidFill>
                <a:srgbClr val="FF0000"/>
              </a:solidFill>
            </a:endParaRPr>
          </a:p>
          <a:p>
            <a:pPr indent="0" lvl="0" marL="0" rtl="0" algn="l">
              <a:lnSpc>
                <a:spcPct val="100000"/>
              </a:lnSpc>
              <a:spcBef>
                <a:spcPts val="555"/>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3" name="Shape 203"/>
        <p:cNvGrpSpPr/>
        <p:nvPr/>
      </p:nvGrpSpPr>
      <p:grpSpPr>
        <a:xfrm>
          <a:off x="0" y="0"/>
          <a:ext cx="0" cy="0"/>
          <a:chOff x="0" y="0"/>
          <a:chExt cx="0" cy="0"/>
        </a:xfrm>
      </p:grpSpPr>
      <p:sp>
        <p:nvSpPr>
          <p:cNvPr id="204" name="Google Shape;204;p18"/>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Calibri"/>
              <a:buNone/>
            </a:pPr>
            <a:r>
              <a:rPr b="1" lang="fr-FR" sz="4000">
                <a:solidFill>
                  <a:schemeClr val="lt1"/>
                </a:solidFill>
              </a:rPr>
              <a:t>ZAVATRA ATAO SY ANDRASANA</a:t>
            </a:r>
            <a:endParaRPr b="1">
              <a:solidFill>
                <a:schemeClr val="lt1"/>
              </a:solidFill>
            </a:endParaRPr>
          </a:p>
        </p:txBody>
      </p:sp>
      <p:sp>
        <p:nvSpPr>
          <p:cNvPr id="205" name="Google Shape;205;p18"/>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0"/>
              </a:spcBef>
              <a:spcAft>
                <a:spcPts val="0"/>
              </a:spcAft>
              <a:buClr>
                <a:schemeClr val="dk1"/>
              </a:buClr>
              <a:buSzPts val="3000"/>
              <a:buNone/>
            </a:pPr>
            <a:r>
              <a:rPr b="1" lang="fr-FR">
                <a:solidFill>
                  <a:schemeClr val="lt1"/>
                </a:solidFill>
                <a:latin typeface="Calibri"/>
                <a:ea typeface="Calibri"/>
                <a:cs typeface="Calibri"/>
                <a:sym typeface="Calibri"/>
              </a:rPr>
              <a:t>MIALOHAN’NY </a:t>
            </a:r>
            <a:r>
              <a:rPr b="1" lang="fr-FR">
                <a:solidFill>
                  <a:schemeClr val="lt1"/>
                </a:solidFill>
              </a:rPr>
              <a:t>FAMPIOFANANA</a:t>
            </a:r>
            <a:endParaRPr>
              <a:solidFill>
                <a:schemeClr val="lt1"/>
              </a:solidFill>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Hanomana mialoha ny fitaovana rehetra ilaina mandritran’ny fampiofanana.</a:t>
            </a:r>
            <a:endParaRPr>
              <a:solidFill>
                <a:schemeClr val="lt1"/>
              </a:solidFill>
            </a:endParaRPr>
          </a:p>
          <a:p>
            <a:pPr indent="-457200" lvl="0" marL="457200" rtl="0" algn="l">
              <a:lnSpc>
                <a:spcPct val="200000"/>
              </a:lnSpc>
              <a:spcBef>
                <a:spcPts val="640"/>
              </a:spcBef>
              <a:spcAft>
                <a:spcPts val="0"/>
              </a:spcAft>
              <a:buClr>
                <a:schemeClr val="lt1"/>
              </a:buClr>
              <a:buSzPts val="3200"/>
              <a:buFont typeface="Noto Sans Symbols"/>
              <a:buChar char="⮚"/>
            </a:pPr>
            <a:r>
              <a:rPr lang="fr-FR" sz="3200">
                <a:solidFill>
                  <a:schemeClr val="lt1"/>
                </a:solidFill>
              </a:rPr>
              <a:t>Hampilaza sy hampatsiahy ireo autorité locale ny agenda efa napetraka</a:t>
            </a:r>
            <a:r>
              <a:rPr lang="fr-FR" sz="3200">
                <a:solidFill>
                  <a:schemeClr val="dk1"/>
                </a:solidFill>
              </a:rPr>
              <a:t>.</a:t>
            </a:r>
            <a:endParaRPr sz="3200"/>
          </a:p>
          <a:p>
            <a:pPr indent="-254000" lvl="0" marL="457200" rtl="0" algn="l">
              <a:lnSpc>
                <a:spcPct val="100000"/>
              </a:lnSpc>
              <a:spcBef>
                <a:spcPts val="640"/>
              </a:spcBef>
              <a:spcAft>
                <a:spcPts val="0"/>
              </a:spcAft>
              <a:buClr>
                <a:schemeClr val="lt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0" name="Shape 210"/>
        <p:cNvGrpSpPr/>
        <p:nvPr/>
      </p:nvGrpSpPr>
      <p:grpSpPr>
        <a:xfrm>
          <a:off x="0" y="0"/>
          <a:ext cx="0" cy="0"/>
          <a:chOff x="0" y="0"/>
          <a:chExt cx="0" cy="0"/>
        </a:xfrm>
      </p:grpSpPr>
      <p:sp>
        <p:nvSpPr>
          <p:cNvPr id="211" name="Google Shape;211;p19"/>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Calibri"/>
              <a:buNone/>
            </a:pPr>
            <a:r>
              <a:rPr b="1" lang="fr-FR" sz="4000">
                <a:solidFill>
                  <a:schemeClr val="lt1"/>
                </a:solidFill>
              </a:rPr>
              <a:t>ZAVATRA ATAO SY ANDRASANA</a:t>
            </a:r>
            <a:endParaRPr>
              <a:solidFill>
                <a:schemeClr val="lt1"/>
              </a:solidFill>
            </a:endParaRPr>
          </a:p>
        </p:txBody>
      </p:sp>
      <p:sp>
        <p:nvSpPr>
          <p:cNvPr id="212" name="Google Shape;212;p19"/>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lnSpcReduction="10000"/>
          </a:bodyPr>
          <a:lstStyle/>
          <a:p>
            <a:pPr indent="0" lvl="0" marL="0" rtl="0" algn="l">
              <a:lnSpc>
                <a:spcPct val="100000"/>
              </a:lnSpc>
              <a:spcBef>
                <a:spcPts val="0"/>
              </a:spcBef>
              <a:spcAft>
                <a:spcPts val="0"/>
              </a:spcAft>
              <a:buClr>
                <a:schemeClr val="dk1"/>
              </a:buClr>
              <a:buSzPts val="3200"/>
              <a:buNone/>
            </a:pPr>
            <a:r>
              <a:rPr b="1" lang="fr-FR" sz="3200">
                <a:solidFill>
                  <a:schemeClr val="lt1"/>
                </a:solidFill>
              </a:rPr>
              <a:t>MANDRITRAN’NY FAMPIOFANANA</a:t>
            </a:r>
            <a:endParaRPr sz="3200">
              <a:solidFill>
                <a:schemeClr val="lt1"/>
              </a:solidFill>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Hanamarina isanandro ny fahatongavan’ireo rehetra izay miatrika fihofanana</a:t>
            </a:r>
            <a:endParaRPr sz="3200">
              <a:solidFill>
                <a:schemeClr val="lt1"/>
              </a:solidFill>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Handravona anaty excel sy handefa ny lisitra miaraka amin’ny mombamomban’ireo kandida ampanaovina fiofanana</a:t>
            </a:r>
            <a:endParaRPr sz="3200">
              <a:solidFill>
                <a:schemeClr val="lt1"/>
              </a:solidFill>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Hanamarina ny Anarana, CIN ary numéro Mvola sy handika izany anaty Excel</a:t>
            </a:r>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Hanazava ny vola sy ny fitaovana ilaina mandritran’ny fiofanana sy mandritran’ny asa raha voaray </a:t>
            </a:r>
            <a:endParaRPr sz="3200">
              <a:solidFill>
                <a:schemeClr val="lt1"/>
              </a:solidFill>
            </a:endParaRPr>
          </a:p>
          <a:p>
            <a:pPr indent="-457200" lvl="0" marL="457200" rtl="0" algn="l">
              <a:lnSpc>
                <a:spcPct val="100000"/>
              </a:lnSpc>
              <a:spcBef>
                <a:spcPts val="640"/>
              </a:spcBef>
              <a:spcAft>
                <a:spcPts val="0"/>
              </a:spcAft>
              <a:buClr>
                <a:schemeClr val="lt1"/>
              </a:buClr>
              <a:buSzPts val="3200"/>
              <a:buFont typeface="Noto Sans Symbols"/>
              <a:buChar char="⮚"/>
            </a:pPr>
            <a:r>
              <a:rPr lang="fr-FR" sz="3200">
                <a:solidFill>
                  <a:schemeClr val="lt1"/>
                </a:solidFill>
              </a:rPr>
              <a:t>Hametraka sy hanaramaso ny fivoahana sy fidiran’ny ekipa ampanaovina fiofanana</a:t>
            </a:r>
            <a:endParaRPr sz="3200">
              <a:solidFill>
                <a:schemeClr val="lt1"/>
              </a:solidFill>
            </a:endParaRPr>
          </a:p>
          <a:p>
            <a:pPr indent="-254000" lvl="0" marL="660400" rtl="0" algn="l">
              <a:lnSpc>
                <a:spcPct val="100000"/>
              </a:lnSpc>
              <a:spcBef>
                <a:spcPts val="640"/>
              </a:spcBef>
              <a:spcAft>
                <a:spcPts val="0"/>
              </a:spcAft>
              <a:buClr>
                <a:schemeClr val="lt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sp>
        <p:nvSpPr>
          <p:cNvPr id="218" name="Google Shape;218;p20"/>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Calibri"/>
              <a:buNone/>
            </a:pPr>
            <a:r>
              <a:rPr b="1" lang="fr-FR" sz="4000">
                <a:solidFill>
                  <a:schemeClr val="lt1"/>
                </a:solidFill>
              </a:rPr>
              <a:t>ZAVATRA ATAO SY ANDRASANA</a:t>
            </a:r>
            <a:endParaRPr>
              <a:solidFill>
                <a:schemeClr val="lt1"/>
              </a:solidFill>
            </a:endParaRPr>
          </a:p>
        </p:txBody>
      </p:sp>
      <p:sp>
        <p:nvSpPr>
          <p:cNvPr id="219" name="Google Shape;219;p20"/>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0"/>
              </a:spcBef>
              <a:spcAft>
                <a:spcPts val="0"/>
              </a:spcAft>
              <a:buClr>
                <a:schemeClr val="dk1"/>
              </a:buClr>
              <a:buSzPts val="3200"/>
              <a:buNone/>
            </a:pPr>
            <a:r>
              <a:rPr b="1" lang="fr-FR" sz="3200">
                <a:solidFill>
                  <a:schemeClr val="lt1"/>
                </a:solidFill>
              </a:rPr>
              <a:t>MANDRITRAN’NY FAMPIOFANANA</a:t>
            </a:r>
            <a:endParaRPr sz="3200">
              <a:solidFill>
                <a:schemeClr val="lt1"/>
              </a:solidFill>
            </a:endParaRPr>
          </a:p>
          <a:p>
            <a:pPr indent="-571500" lvl="0" marL="571500" rtl="0" algn="just">
              <a:lnSpc>
                <a:spcPct val="100000"/>
              </a:lnSpc>
              <a:spcBef>
                <a:spcPts val="0"/>
              </a:spcBef>
              <a:spcAft>
                <a:spcPts val="0"/>
              </a:spcAft>
              <a:buClr>
                <a:schemeClr val="lt1"/>
              </a:buClr>
              <a:buSzPts val="2500"/>
              <a:buFont typeface="Noto Sans Symbols"/>
              <a:buChar char="⮚"/>
            </a:pPr>
            <a:r>
              <a:rPr lang="fr-FR" sz="3200">
                <a:solidFill>
                  <a:schemeClr val="lt1"/>
                </a:solidFill>
              </a:rPr>
              <a:t>Hanao scan ny fiche de présence ary hitahiry izany anaty toerana voahomana amin’izany;</a:t>
            </a:r>
            <a:endParaRPr sz="3200">
              <a:solidFill>
                <a:schemeClr val="lt1"/>
              </a:solidFill>
            </a:endParaRPr>
          </a:p>
          <a:p>
            <a:pPr indent="-571500" lvl="0" marL="571500" rtl="0" algn="just">
              <a:lnSpc>
                <a:spcPct val="100000"/>
              </a:lnSpc>
              <a:spcBef>
                <a:spcPts val="0"/>
              </a:spcBef>
              <a:spcAft>
                <a:spcPts val="0"/>
              </a:spcAft>
              <a:buClr>
                <a:schemeClr val="lt1"/>
              </a:buClr>
              <a:buSzPts val="2500"/>
              <a:buFont typeface="Noto Sans Symbols"/>
              <a:buChar char="⮚"/>
            </a:pPr>
            <a:r>
              <a:rPr lang="fr-FR" sz="3200">
                <a:solidFill>
                  <a:schemeClr val="lt1"/>
                </a:solidFill>
              </a:rPr>
              <a:t>Handefa ny excel misy ny lisitr’ireo izay niatrika ny fiofanana hatramin’ny farany miaraka amin’ny tambim-piofanana mifanaraka amin’izany; </a:t>
            </a:r>
            <a:endParaRPr b="1" sz="3200">
              <a:solidFill>
                <a:schemeClr val="lt1"/>
              </a:solidFill>
            </a:endParaRPr>
          </a:p>
          <a:p>
            <a:pPr indent="-298450" lvl="0" marL="457200" rtl="0" algn="just">
              <a:lnSpc>
                <a:spcPct val="100000"/>
              </a:lnSpc>
              <a:spcBef>
                <a:spcPts val="0"/>
              </a:spcBef>
              <a:spcAft>
                <a:spcPts val="0"/>
              </a:spcAft>
              <a:buClr>
                <a:schemeClr val="lt1"/>
              </a:buClr>
              <a:buSzPts val="2500"/>
              <a:buFont typeface="Noto Sans Symbols"/>
              <a:buNone/>
            </a:pPr>
            <a:r>
              <a:t/>
            </a:r>
            <a:endParaRPr b="1" sz="3200">
              <a:solidFill>
                <a:schemeClr val="lt1"/>
              </a:solidFill>
            </a:endParaRPr>
          </a:p>
          <a:p>
            <a:pPr indent="-457200" lvl="0" marL="457200" rtl="0" algn="just">
              <a:lnSpc>
                <a:spcPct val="100000"/>
              </a:lnSpc>
              <a:spcBef>
                <a:spcPts val="0"/>
              </a:spcBef>
              <a:spcAft>
                <a:spcPts val="0"/>
              </a:spcAft>
              <a:buClr>
                <a:schemeClr val="lt1"/>
              </a:buClr>
              <a:buSzPts val="2500"/>
              <a:buFont typeface="Noto Sans Symbols"/>
              <a:buChar char="⮚"/>
            </a:pPr>
            <a:r>
              <a:rPr lang="fr-FR" sz="3200">
                <a:solidFill>
                  <a:schemeClr val="lt1"/>
                </a:solidFill>
              </a:rPr>
              <a:t>FANAMARIHANA</a:t>
            </a:r>
            <a:r>
              <a:rPr b="1" lang="fr-FR" sz="3200">
                <a:solidFill>
                  <a:schemeClr val="lt1"/>
                </a:solidFill>
              </a:rPr>
              <a:t>: Izay mahavita hatramin’ny farany ihany no mahazo ny tambim-piofanana</a:t>
            </a:r>
            <a:endParaRPr b="1" sz="3200">
              <a:solidFill>
                <a:schemeClr val="lt1"/>
              </a:solidFill>
            </a:endParaRPr>
          </a:p>
          <a:p>
            <a:pPr indent="-298450" lvl="0" marL="457200" rtl="0" algn="just">
              <a:lnSpc>
                <a:spcPct val="100000"/>
              </a:lnSpc>
              <a:spcBef>
                <a:spcPts val="0"/>
              </a:spcBef>
              <a:spcAft>
                <a:spcPts val="0"/>
              </a:spcAft>
              <a:buClr>
                <a:schemeClr val="lt1"/>
              </a:buClr>
              <a:buSzPts val="2500"/>
              <a:buFont typeface="Noto Sans Symbols"/>
              <a:buNone/>
            </a:pPr>
            <a:r>
              <a:t/>
            </a:r>
            <a:endParaRPr b="1" sz="3200">
              <a:solidFill>
                <a:schemeClr val="lt1"/>
              </a:solidFill>
            </a:endParaRPr>
          </a:p>
          <a:p>
            <a:pPr indent="-571500" lvl="0" marL="571500" rtl="0" algn="just">
              <a:lnSpc>
                <a:spcPct val="100000"/>
              </a:lnSpc>
              <a:spcBef>
                <a:spcPts val="0"/>
              </a:spcBef>
              <a:spcAft>
                <a:spcPts val="0"/>
              </a:spcAft>
              <a:buClr>
                <a:schemeClr val="lt1"/>
              </a:buClr>
              <a:buSzPts val="2500"/>
              <a:buFont typeface="Noto Sans Symbols"/>
              <a:buChar char="⮚"/>
            </a:pPr>
            <a:r>
              <a:rPr lang="fr-FR" sz="3200">
                <a:solidFill>
                  <a:schemeClr val="lt1"/>
                </a:solidFill>
              </a:rPr>
              <a:t>Hanomana anaty excel ny lisitr’ireo izay voaray hanao ny asa.</a:t>
            </a:r>
            <a:endParaRPr sz="3200">
              <a:solidFill>
                <a:schemeClr val="lt1"/>
              </a:solidFill>
            </a:endParaRPr>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sp>
        <p:nvSpPr>
          <p:cNvPr id="225" name="Google Shape;225;p21"/>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400"/>
              <a:buFont typeface="Calibri"/>
              <a:buNone/>
            </a:pPr>
            <a:r>
              <a:rPr b="1" lang="fr-FR" sz="4400">
                <a:solidFill>
                  <a:schemeClr val="lt1"/>
                </a:solidFill>
              </a:rPr>
              <a:t>ZAVATRA ATAO SY ANDRASANA</a:t>
            </a:r>
            <a:endParaRPr sz="4400">
              <a:solidFill>
                <a:schemeClr val="lt1"/>
              </a:solidFill>
            </a:endParaRPr>
          </a:p>
        </p:txBody>
      </p:sp>
      <p:sp>
        <p:nvSpPr>
          <p:cNvPr id="226" name="Google Shape;226;p21"/>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0"/>
              </a:spcBef>
              <a:spcAft>
                <a:spcPts val="0"/>
              </a:spcAft>
              <a:buClr>
                <a:schemeClr val="dk1"/>
              </a:buClr>
              <a:buSzPts val="3200"/>
              <a:buNone/>
            </a:pPr>
            <a:r>
              <a:rPr b="1" lang="fr-FR" sz="3200">
                <a:solidFill>
                  <a:schemeClr val="lt1"/>
                </a:solidFill>
              </a:rPr>
              <a:t>AORIAN’NY FIOFANANA SY MIALOHAN’NY HIASAN’IREO IZAY VOARAY</a:t>
            </a:r>
            <a:endParaRPr>
              <a:solidFill>
                <a:schemeClr val="lt1"/>
              </a:solidFill>
            </a:endParaRPr>
          </a:p>
          <a:p>
            <a:pPr indent="-457200" lvl="0" marL="457200" rtl="0" algn="l">
              <a:lnSpc>
                <a:spcPct val="150000"/>
              </a:lnSpc>
              <a:spcBef>
                <a:spcPts val="560"/>
              </a:spcBef>
              <a:spcAft>
                <a:spcPts val="0"/>
              </a:spcAft>
              <a:buClr>
                <a:schemeClr val="lt1"/>
              </a:buClr>
              <a:buSzPts val="2800"/>
              <a:buFont typeface="Noto Sans Symbols"/>
              <a:buChar char="⮚"/>
            </a:pPr>
            <a:r>
              <a:rPr lang="fr-FR" sz="2800">
                <a:solidFill>
                  <a:schemeClr val="lt1"/>
                </a:solidFill>
              </a:rPr>
              <a:t>Hamaky sy hanazava tsara izay voarakitry ny contrat</a:t>
            </a:r>
            <a:endParaRPr sz="2800">
              <a:solidFill>
                <a:schemeClr val="lt1"/>
              </a:solidFill>
            </a:endParaRPr>
          </a:p>
          <a:p>
            <a:pPr indent="-457200" lvl="0" marL="457200" rtl="0" algn="just">
              <a:lnSpc>
                <a:spcPct val="150000"/>
              </a:lnSpc>
              <a:spcBef>
                <a:spcPts val="0"/>
              </a:spcBef>
              <a:spcAft>
                <a:spcPts val="0"/>
              </a:spcAft>
              <a:buClr>
                <a:schemeClr val="lt1"/>
              </a:buClr>
              <a:buSzPts val="2800"/>
              <a:buFont typeface="Noto Sans Symbols"/>
              <a:buChar char="⮚"/>
            </a:pPr>
            <a:r>
              <a:rPr lang="fr-FR" sz="2800">
                <a:solidFill>
                  <a:schemeClr val="lt1"/>
                </a:solidFill>
              </a:rPr>
              <a:t>Hampanao contrat ireo ekipa voaray hanao ny asa;</a:t>
            </a:r>
            <a:endParaRPr sz="2800">
              <a:solidFill>
                <a:schemeClr val="lt1"/>
              </a:solidFill>
            </a:endParaRPr>
          </a:p>
          <a:p>
            <a:pPr indent="-571500" lvl="0" marL="571500" rtl="0" algn="just">
              <a:lnSpc>
                <a:spcPct val="150000"/>
              </a:lnSpc>
              <a:spcBef>
                <a:spcPts val="0"/>
              </a:spcBef>
              <a:spcAft>
                <a:spcPts val="0"/>
              </a:spcAft>
              <a:buClr>
                <a:schemeClr val="lt1"/>
              </a:buClr>
              <a:buSzPts val="2800"/>
              <a:buFont typeface="Noto Sans Symbols"/>
              <a:buChar char="⮚"/>
            </a:pPr>
            <a:r>
              <a:rPr lang="fr-FR" sz="2800">
                <a:solidFill>
                  <a:schemeClr val="lt1"/>
                </a:solidFill>
              </a:rPr>
              <a:t>Hanao scan ny contrat ary hitahiry izany anaty toerana voaomana;</a:t>
            </a:r>
            <a:endParaRPr sz="2800">
              <a:solidFill>
                <a:schemeClr val="lt1"/>
              </a:solidFill>
            </a:endParaRPr>
          </a:p>
          <a:p>
            <a:pPr indent="-571500" lvl="0" marL="571500" rtl="0" algn="just">
              <a:lnSpc>
                <a:spcPct val="150000"/>
              </a:lnSpc>
              <a:spcBef>
                <a:spcPts val="0"/>
              </a:spcBef>
              <a:spcAft>
                <a:spcPts val="0"/>
              </a:spcAft>
              <a:buClr>
                <a:schemeClr val="lt1"/>
              </a:buClr>
              <a:buSzPts val="2800"/>
              <a:buFont typeface="Noto Sans Symbols"/>
              <a:buChar char="⮚"/>
            </a:pPr>
            <a:r>
              <a:rPr lang="fr-FR" sz="2800">
                <a:solidFill>
                  <a:schemeClr val="lt1"/>
                </a:solidFill>
              </a:rPr>
              <a:t>Handefa ny scan contrat miaraka amin’ny excel misy ny mombamomba an’ireo izay hiasa sy ny indemnité 60% mifanaraka amin’izany;</a:t>
            </a:r>
            <a:endParaRPr sz="2800">
              <a:solidFill>
                <a:schemeClr val="lt1"/>
              </a:solidFill>
            </a:endParaRPr>
          </a:p>
          <a:p>
            <a:pPr indent="-571500" lvl="0" marL="571500" rtl="0" algn="just">
              <a:lnSpc>
                <a:spcPct val="150000"/>
              </a:lnSpc>
              <a:spcBef>
                <a:spcPts val="0"/>
              </a:spcBef>
              <a:spcAft>
                <a:spcPts val="0"/>
              </a:spcAft>
              <a:buClr>
                <a:schemeClr val="lt1"/>
              </a:buClr>
              <a:buSzPts val="2800"/>
              <a:buFont typeface="Noto Sans Symbols"/>
              <a:buChar char="⮚"/>
            </a:pPr>
            <a:r>
              <a:rPr lang="fr-FR" sz="2800">
                <a:solidFill>
                  <a:schemeClr val="lt1"/>
                </a:solidFill>
              </a:rPr>
              <a:t>Hizara ny fitaovana rehetra ilain’ny ekipa tsirairay sy hitahiry tsara ny isany miaraka amin’ny taratasy fanamarihana an’izany.</a:t>
            </a:r>
            <a:endParaRPr sz="2800">
              <a:solidFill>
                <a:schemeClr val="lt1"/>
              </a:solidFill>
            </a:endParaRPr>
          </a:p>
          <a:p>
            <a:pPr indent="-254000" lvl="0" marL="457200" rtl="0" algn="l">
              <a:lnSpc>
                <a:spcPct val="100000"/>
              </a:lnSpc>
              <a:spcBef>
                <a:spcPts val="640"/>
              </a:spcBef>
              <a:spcAft>
                <a:spcPts val="0"/>
              </a:spcAft>
              <a:buClr>
                <a:schemeClr val="lt1"/>
              </a:buClr>
              <a:buSzPts val="3200"/>
              <a:buFont typeface="Noto Sans Symbols"/>
              <a:buNone/>
            </a:pPr>
            <a:r>
              <a:t/>
            </a:r>
            <a:endParaRPr sz="3200"/>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22"/>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Times New Roman"/>
              <a:buNone/>
            </a:pPr>
            <a:r>
              <a:rPr b="1" lang="fr-FR" sz="4000">
                <a:solidFill>
                  <a:schemeClr val="lt1"/>
                </a:solidFill>
                <a:latin typeface="Times New Roman"/>
                <a:ea typeface="Times New Roman"/>
                <a:cs typeface="Times New Roman"/>
                <a:sym typeface="Times New Roman"/>
              </a:rPr>
              <a:t>ZAVATRA ATAO SY ANDRASANA</a:t>
            </a:r>
            <a:endParaRPr b="1">
              <a:solidFill>
                <a:schemeClr val="lt1"/>
              </a:solidFill>
            </a:endParaRPr>
          </a:p>
        </p:txBody>
      </p:sp>
      <p:sp>
        <p:nvSpPr>
          <p:cNvPr id="233" name="Google Shape;233;p22"/>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25000" lnSpcReduction="20000"/>
          </a:bodyPr>
          <a:lstStyle/>
          <a:p>
            <a:pPr indent="0" lvl="0" marL="0" rtl="0" algn="just">
              <a:lnSpc>
                <a:spcPct val="100000"/>
              </a:lnSpc>
              <a:spcBef>
                <a:spcPts val="0"/>
              </a:spcBef>
              <a:spcAft>
                <a:spcPts val="0"/>
              </a:spcAft>
              <a:buClr>
                <a:schemeClr val="dk1"/>
              </a:buClr>
              <a:buSzPct val="100000"/>
              <a:buNone/>
            </a:pPr>
            <a:r>
              <a:rPr b="1" lang="fr-FR" sz="8000">
                <a:solidFill>
                  <a:schemeClr val="lt1"/>
                </a:solidFill>
              </a:rPr>
              <a:t>MANDRITRAN’NY COLLECTE DE DONNEES</a:t>
            </a:r>
            <a:endParaRPr sz="8000">
              <a:solidFill>
                <a:schemeClr val="lt1"/>
              </a:solidFill>
            </a:endParaRPr>
          </a:p>
          <a:p>
            <a:pPr indent="-1143000" lvl="0" marL="1143000" rtl="0" algn="just">
              <a:lnSpc>
                <a:spcPct val="170000"/>
              </a:lnSpc>
              <a:spcBef>
                <a:spcPts val="0"/>
              </a:spcBef>
              <a:spcAft>
                <a:spcPts val="0"/>
              </a:spcAft>
              <a:buClr>
                <a:schemeClr val="lt1"/>
              </a:buClr>
              <a:buSzPct val="120000"/>
              <a:buFont typeface="Noto Sans Symbols"/>
              <a:buChar char="⮚"/>
            </a:pPr>
            <a:r>
              <a:rPr lang="fr-FR" sz="12000">
                <a:solidFill>
                  <a:schemeClr val="lt1"/>
                </a:solidFill>
              </a:rPr>
              <a:t>Hanaramaso ny fampiasana ny fiara sy ny solika ao anatiny (fiche de bord);</a:t>
            </a:r>
            <a:endParaRPr sz="12000">
              <a:solidFill>
                <a:schemeClr val="lt1"/>
              </a:solidFill>
            </a:endParaRPr>
          </a:p>
          <a:p>
            <a:pPr indent="-1143000" lvl="0" marL="1143000" rtl="0" algn="just">
              <a:lnSpc>
                <a:spcPct val="170000"/>
              </a:lnSpc>
              <a:spcBef>
                <a:spcPts val="0"/>
              </a:spcBef>
              <a:spcAft>
                <a:spcPts val="0"/>
              </a:spcAft>
              <a:buClr>
                <a:schemeClr val="lt1"/>
              </a:buClr>
              <a:buSzPct val="120000"/>
              <a:buFont typeface="Noto Sans Symbols"/>
              <a:buChar char="⮚"/>
            </a:pPr>
            <a:r>
              <a:rPr lang="fr-FR" sz="12000">
                <a:solidFill>
                  <a:schemeClr val="lt1"/>
                </a:solidFill>
              </a:rPr>
              <a:t>Hanamarina ny paiement an’ireo Chef Fokontany sy Guide local ny indemnité  miaraka amin’ny fiche de présence; izay ataon’ny CE sy AE.</a:t>
            </a:r>
            <a:endParaRPr>
              <a:solidFill>
                <a:schemeClr val="lt1"/>
              </a:solidFill>
            </a:endParaRPr>
          </a:p>
          <a:p>
            <a:pPr indent="-1143000" lvl="0" marL="1143000" rtl="0" algn="just">
              <a:lnSpc>
                <a:spcPct val="170000"/>
              </a:lnSpc>
              <a:spcBef>
                <a:spcPts val="0"/>
              </a:spcBef>
              <a:spcAft>
                <a:spcPts val="0"/>
              </a:spcAft>
              <a:buClr>
                <a:schemeClr val="lt1"/>
              </a:buClr>
              <a:buSzPct val="100000"/>
              <a:buFont typeface="Noto Sans Symbols"/>
              <a:buChar char="⮚"/>
            </a:pPr>
            <a:r>
              <a:rPr lang="fr-FR" sz="12000">
                <a:solidFill>
                  <a:schemeClr val="lt1"/>
                </a:solidFill>
              </a:rPr>
              <a:t>Hanome ny isan’ny fiche de consentement ilaina, nampiasaina, sy ny simba ary ny sisa eo ampelantanana isanandro ao anatin’ny commune tsirairay;</a:t>
            </a:r>
            <a:endParaRPr sz="12000">
              <a:solidFill>
                <a:schemeClr val="lt1"/>
              </a:solidFill>
            </a:endParaRPr>
          </a:p>
          <a:p>
            <a:pPr indent="-266700" lvl="0" marL="457200" rtl="0" algn="just">
              <a:lnSpc>
                <a:spcPct val="170000"/>
              </a:lnSpc>
              <a:spcBef>
                <a:spcPts val="0"/>
              </a:spcBef>
              <a:spcAft>
                <a:spcPts val="0"/>
              </a:spcAft>
              <a:buClr>
                <a:schemeClr val="lt1"/>
              </a:buClr>
              <a:buSzPct val="375000"/>
              <a:buFont typeface="Noto Sans Symbols"/>
              <a:buNone/>
            </a:pPr>
            <a:r>
              <a:t/>
            </a:r>
            <a:endParaRPr sz="3200">
              <a:solidFill>
                <a:schemeClr val="lt1"/>
              </a:solidFill>
            </a:endParaRPr>
          </a:p>
          <a:p>
            <a:pPr indent="-342900" lvl="0" marL="571500" rtl="0" algn="just">
              <a:lnSpc>
                <a:spcPct val="100000"/>
              </a:lnSpc>
              <a:spcBef>
                <a:spcPts val="0"/>
              </a:spcBef>
              <a:spcAft>
                <a:spcPts val="0"/>
              </a:spcAft>
              <a:buClr>
                <a:schemeClr val="dk1"/>
              </a:buClr>
              <a:buSzPts val="3600"/>
              <a:buFont typeface="Noto Sans Symbols"/>
              <a:buNone/>
            </a:pPr>
            <a:r>
              <a:t/>
            </a:r>
            <a:endParaRPr sz="3200">
              <a:solidFill>
                <a:schemeClr val="lt1"/>
              </a:solidFill>
            </a:endParaRPr>
          </a:p>
          <a:p>
            <a:pPr indent="0" lvl="0" marL="0" rtl="0" algn="l">
              <a:lnSpc>
                <a:spcPct val="100000"/>
              </a:lnSpc>
              <a:spcBef>
                <a:spcPts val="160"/>
              </a:spcBef>
              <a:spcAft>
                <a:spcPts val="0"/>
              </a:spcAft>
              <a:buClr>
                <a:schemeClr val="dk1"/>
              </a:buClr>
              <a:buSzPct val="100000"/>
              <a:buNone/>
            </a:pPr>
            <a:r>
              <a:t/>
            </a:r>
            <a:endParaRPr sz="3200">
              <a:solidFill>
                <a:schemeClr val="lt1"/>
              </a:solidFill>
            </a:endParaRPr>
          </a:p>
          <a:p>
            <a:pPr indent="0" lvl="0" marL="0" rtl="0" algn="l">
              <a:lnSpc>
                <a:spcPct val="100000"/>
              </a:lnSpc>
              <a:spcBef>
                <a:spcPts val="160"/>
              </a:spcBef>
              <a:spcAft>
                <a:spcPts val="0"/>
              </a:spcAft>
              <a:buClr>
                <a:schemeClr val="dk1"/>
              </a:buClr>
              <a:buSzPct val="100000"/>
              <a:buNone/>
            </a:pPr>
            <a:r>
              <a:t/>
            </a:r>
            <a:endParaRPr b="1" sz="3200">
              <a:solidFill>
                <a:schemeClr val="lt1"/>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160"/>
              </a:spcBef>
              <a:spcAft>
                <a:spcPts val="0"/>
              </a:spcAft>
              <a:buClr>
                <a:schemeClr val="dk1"/>
              </a:buClr>
              <a:buSzPct val="100000"/>
              <a:buNone/>
            </a:pPr>
            <a:r>
              <a:t/>
            </a:r>
            <a:endParaRPr sz="3200">
              <a:solidFill>
                <a:schemeClr val="dk1"/>
              </a:solidFill>
            </a:endParaRPr>
          </a:p>
          <a:p>
            <a:pPr indent="0" lvl="0" marL="0" rtl="0" algn="l">
              <a:lnSpc>
                <a:spcPct val="100000"/>
              </a:lnSpc>
              <a:spcBef>
                <a:spcPts val="150"/>
              </a:spcBef>
              <a:spcAft>
                <a:spcPts val="0"/>
              </a:spcAft>
              <a:buClr>
                <a:schemeClr val="dk1"/>
              </a:buClr>
              <a:buSzPct val="100000"/>
              <a:buNone/>
            </a:pPr>
            <a:r>
              <a:t/>
            </a:r>
            <a:endParaRPr>
              <a:solidFill>
                <a:srgbClr val="FF0000"/>
              </a:solidFill>
            </a:endParaRPr>
          </a:p>
          <a:p>
            <a:pPr indent="0" lvl="0" marL="0" rtl="0" algn="l">
              <a:lnSpc>
                <a:spcPct val="100000"/>
              </a:lnSpc>
              <a:spcBef>
                <a:spcPts val="150"/>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23"/>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000"/>
              <a:buFont typeface="Times New Roman"/>
              <a:buNone/>
            </a:pPr>
            <a:r>
              <a:rPr b="1" lang="fr-FR" sz="4000">
                <a:solidFill>
                  <a:schemeClr val="lt1"/>
                </a:solidFill>
                <a:latin typeface="Times New Roman"/>
                <a:ea typeface="Times New Roman"/>
                <a:cs typeface="Times New Roman"/>
                <a:sym typeface="Times New Roman"/>
              </a:rPr>
              <a:t>ZAVATRA ATAO SY ANDRASANA</a:t>
            </a:r>
            <a:endParaRPr b="1">
              <a:solidFill>
                <a:schemeClr val="lt1"/>
              </a:solidFill>
            </a:endParaRPr>
          </a:p>
        </p:txBody>
      </p:sp>
      <p:sp>
        <p:nvSpPr>
          <p:cNvPr id="240" name="Google Shape;240;p23"/>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92500"/>
          </a:bodyPr>
          <a:lstStyle/>
          <a:p>
            <a:pPr indent="0" lvl="0" marL="0" rtl="0" algn="just">
              <a:lnSpc>
                <a:spcPct val="100000"/>
              </a:lnSpc>
              <a:spcBef>
                <a:spcPts val="0"/>
              </a:spcBef>
              <a:spcAft>
                <a:spcPts val="0"/>
              </a:spcAft>
              <a:buClr>
                <a:schemeClr val="dk1"/>
              </a:buClr>
              <a:buSzPct val="100000"/>
              <a:buNone/>
            </a:pPr>
            <a:r>
              <a:rPr b="1" lang="fr-FR" sz="5100">
                <a:solidFill>
                  <a:schemeClr val="lt1"/>
                </a:solidFill>
              </a:rPr>
              <a:t>MANDRITRAN’NY COLLECTE DE DONNEES</a:t>
            </a:r>
            <a:endParaRPr sz="5100">
              <a:solidFill>
                <a:schemeClr val="lt1"/>
              </a:solidFill>
            </a:endParaRPr>
          </a:p>
          <a:p>
            <a:pPr indent="-571500" lvl="0" marL="571500" rtl="0" algn="just">
              <a:lnSpc>
                <a:spcPct val="170000"/>
              </a:lnSpc>
              <a:spcBef>
                <a:spcPts val="0"/>
              </a:spcBef>
              <a:spcAft>
                <a:spcPts val="0"/>
              </a:spcAft>
              <a:buClr>
                <a:schemeClr val="lt1"/>
              </a:buClr>
              <a:buSzPct val="101351"/>
              <a:buFont typeface="Noto Sans Symbols"/>
              <a:buChar char="⮚"/>
            </a:pPr>
            <a:r>
              <a:rPr lang="fr-FR" sz="3200">
                <a:solidFill>
                  <a:schemeClr val="lt1"/>
                </a:solidFill>
              </a:rPr>
              <a:t>Hanao tatitra ara-potoana ny ekipa tsy miasa tsara na nitsoaka andaharana;</a:t>
            </a:r>
            <a:endParaRPr sz="3200">
              <a:solidFill>
                <a:schemeClr val="lt1"/>
              </a:solidFill>
            </a:endParaRPr>
          </a:p>
          <a:p>
            <a:pPr indent="-571500" lvl="0" marL="571500" rtl="0" algn="just">
              <a:lnSpc>
                <a:spcPct val="170000"/>
              </a:lnSpc>
              <a:spcBef>
                <a:spcPts val="0"/>
              </a:spcBef>
              <a:spcAft>
                <a:spcPts val="0"/>
              </a:spcAft>
              <a:buClr>
                <a:schemeClr val="lt1"/>
              </a:buClr>
              <a:buSzPct val="101351"/>
              <a:buFont typeface="Noto Sans Symbols"/>
              <a:buChar char="⮚"/>
            </a:pPr>
            <a:r>
              <a:rPr lang="fr-FR" sz="3200">
                <a:solidFill>
                  <a:schemeClr val="lt1"/>
                </a:solidFill>
              </a:rPr>
              <a:t>Hanatitra sy handamina miaraka ny pièces rehetra efa eo ampelatanana any amin’ny renivohitry ny distrika </a:t>
            </a:r>
            <a:r>
              <a:rPr b="1" lang="fr-FR" sz="3200">
                <a:solidFill>
                  <a:schemeClr val="lt1"/>
                </a:solidFill>
              </a:rPr>
              <a:t>(fiche de présence mandritra fiofanana, contrat, fakitiora)</a:t>
            </a:r>
            <a:endParaRPr>
              <a:solidFill>
                <a:schemeClr val="lt1"/>
              </a:solidFill>
            </a:endParaRPr>
          </a:p>
          <a:p>
            <a:pPr indent="-571500" lvl="0" marL="571500" rtl="0" algn="just">
              <a:lnSpc>
                <a:spcPct val="170000"/>
              </a:lnSpc>
              <a:spcBef>
                <a:spcPts val="0"/>
              </a:spcBef>
              <a:spcAft>
                <a:spcPts val="0"/>
              </a:spcAft>
              <a:buClr>
                <a:schemeClr val="lt1"/>
              </a:buClr>
              <a:buSzPct val="101351"/>
              <a:buFont typeface="Noto Sans Symbols"/>
              <a:buChar char="⮚"/>
            </a:pPr>
            <a:r>
              <a:rPr lang="fr-FR" sz="3200">
                <a:solidFill>
                  <a:schemeClr val="lt1"/>
                </a:solidFill>
              </a:rPr>
              <a:t>Hanangona ny fitaovana rehetra nomena nampiasan’ny ekipa ( tapaky ny fiche de consentement, Ordre de mission OM…) rehefa mifarana ny asa.</a:t>
            </a:r>
            <a:endParaRPr sz="3200">
              <a:solidFill>
                <a:schemeClr val="lt1"/>
              </a:solidFill>
            </a:endParaRPr>
          </a:p>
          <a:p>
            <a:pPr indent="-228599" lvl="0" marL="685800" rtl="0" algn="just">
              <a:lnSpc>
                <a:spcPct val="100000"/>
              </a:lnSpc>
              <a:spcBef>
                <a:spcPts val="0"/>
              </a:spcBef>
              <a:spcAft>
                <a:spcPts val="0"/>
              </a:spcAft>
              <a:buClr>
                <a:schemeClr val="lt1"/>
              </a:buClr>
              <a:buSzPct val="121622"/>
              <a:buFont typeface="Noto Sans Symbols"/>
              <a:buNone/>
            </a:pPr>
            <a:r>
              <a:t/>
            </a:r>
            <a:endParaRPr sz="3200"/>
          </a:p>
          <a:p>
            <a:pPr indent="0" lvl="0" marL="0" rtl="0" algn="l">
              <a:lnSpc>
                <a:spcPct val="100000"/>
              </a:lnSpc>
              <a:spcBef>
                <a:spcPts val="592"/>
              </a:spcBef>
              <a:spcAft>
                <a:spcPts val="0"/>
              </a:spcAft>
              <a:buClr>
                <a:schemeClr val="dk1"/>
              </a:buClr>
              <a:buSzPct val="100000"/>
              <a:buNone/>
            </a:pPr>
            <a:r>
              <a:t/>
            </a:r>
            <a:endParaRPr sz="3200"/>
          </a:p>
          <a:p>
            <a:pPr indent="0" lvl="0" marL="0" rtl="0" algn="l">
              <a:lnSpc>
                <a:spcPct val="100000"/>
              </a:lnSpc>
              <a:spcBef>
                <a:spcPts val="592"/>
              </a:spcBef>
              <a:spcAft>
                <a:spcPts val="0"/>
              </a:spcAft>
              <a:buClr>
                <a:schemeClr val="dk1"/>
              </a:buClr>
              <a:buSzPct val="100000"/>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592"/>
              </a:spcBef>
              <a:spcAft>
                <a:spcPts val="0"/>
              </a:spcAft>
              <a:buClr>
                <a:schemeClr val="dk1"/>
              </a:buClr>
              <a:buSzPct val="100000"/>
              <a:buNone/>
            </a:pPr>
            <a:r>
              <a:t/>
            </a:r>
            <a:endParaRPr sz="3200">
              <a:solidFill>
                <a:schemeClr val="dk1"/>
              </a:solidFill>
            </a:endParaRPr>
          </a:p>
          <a:p>
            <a:pPr indent="0" lvl="0" marL="0" rtl="0" algn="l">
              <a:lnSpc>
                <a:spcPct val="100000"/>
              </a:lnSpc>
              <a:spcBef>
                <a:spcPts val="555"/>
              </a:spcBef>
              <a:spcAft>
                <a:spcPts val="0"/>
              </a:spcAft>
              <a:buClr>
                <a:schemeClr val="dk1"/>
              </a:buClr>
              <a:buSzPct val="100000"/>
              <a:buNone/>
            </a:pPr>
            <a:r>
              <a:t/>
            </a:r>
            <a:endParaRPr>
              <a:solidFill>
                <a:srgbClr val="FF0000"/>
              </a:solidFill>
            </a:endParaRPr>
          </a:p>
          <a:p>
            <a:pPr indent="0" lvl="0" marL="0" rtl="0" algn="l">
              <a:lnSpc>
                <a:spcPct val="100000"/>
              </a:lnSpc>
              <a:spcBef>
                <a:spcPts val="555"/>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5" name="Shape 245"/>
        <p:cNvGrpSpPr/>
        <p:nvPr/>
      </p:nvGrpSpPr>
      <p:grpSpPr>
        <a:xfrm>
          <a:off x="0" y="0"/>
          <a:ext cx="0" cy="0"/>
          <a:chOff x="0" y="0"/>
          <a:chExt cx="0" cy="0"/>
        </a:xfrm>
      </p:grpSpPr>
      <p:sp>
        <p:nvSpPr>
          <p:cNvPr id="246" name="Google Shape;246;p24"/>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800"/>
              <a:buFont typeface="Calibri"/>
              <a:buNone/>
            </a:pPr>
            <a:r>
              <a:rPr b="1" lang="fr-FR" sz="4800">
                <a:solidFill>
                  <a:schemeClr val="lt1"/>
                </a:solidFill>
              </a:rPr>
              <a:t>FOMBA FIASA</a:t>
            </a:r>
            <a:endParaRPr sz="4800">
              <a:solidFill>
                <a:schemeClr val="lt1"/>
              </a:solidFill>
            </a:endParaRPr>
          </a:p>
        </p:txBody>
      </p:sp>
      <p:sp>
        <p:nvSpPr>
          <p:cNvPr id="247" name="Google Shape;247;p24"/>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92500" lnSpcReduction="10000"/>
          </a:bodyPr>
          <a:lstStyle/>
          <a:p>
            <a:pPr indent="-361950" lvl="0" marL="361950" rtl="0" algn="just">
              <a:lnSpc>
                <a:spcPct val="150000"/>
              </a:lnSpc>
              <a:spcBef>
                <a:spcPts val="0"/>
              </a:spcBef>
              <a:spcAft>
                <a:spcPts val="0"/>
              </a:spcAft>
              <a:buClr>
                <a:schemeClr val="lt1"/>
              </a:buClr>
              <a:buSzPct val="84459"/>
              <a:buFont typeface="Noto Sans Symbols"/>
              <a:buChar char="✔"/>
            </a:pPr>
            <a:r>
              <a:rPr lang="fr-FR" sz="3200">
                <a:solidFill>
                  <a:srgbClr val="002060"/>
                </a:solidFill>
              </a:rPr>
              <a:t>Amin’ny alalan’ny compte Mobile money (Mvola) certifié irery ihany no atao ny paiement</a:t>
            </a:r>
            <a:endParaRPr>
              <a:solidFill>
                <a:srgbClr val="002060"/>
              </a:solidFill>
            </a:endParaRPr>
          </a:p>
          <a:p>
            <a:pPr indent="-361950" lvl="0" marL="361950" rtl="0" algn="just">
              <a:lnSpc>
                <a:spcPct val="150000"/>
              </a:lnSpc>
              <a:spcBef>
                <a:spcPts val="0"/>
              </a:spcBef>
              <a:spcAft>
                <a:spcPts val="0"/>
              </a:spcAft>
              <a:buClr>
                <a:schemeClr val="lt1"/>
              </a:buClr>
              <a:buSzPct val="84459"/>
              <a:buFont typeface="Noto Sans Symbols"/>
              <a:buChar char="✔"/>
            </a:pPr>
            <a:r>
              <a:rPr lang="fr-FR" sz="3200">
                <a:solidFill>
                  <a:srgbClr val="002060"/>
                </a:solidFill>
              </a:rPr>
              <a:t>Mila atao sy hananana anaty Excel farafahatarany roa (2) andro ny fiofanana ny lisitr’ireo mpiofana </a:t>
            </a:r>
            <a:endParaRPr sz="3200">
              <a:solidFill>
                <a:srgbClr val="002060"/>
              </a:solidFill>
            </a:endParaRPr>
          </a:p>
          <a:p>
            <a:pPr indent="-361950" lvl="0" marL="361950" rtl="0" algn="just">
              <a:lnSpc>
                <a:spcPct val="150000"/>
              </a:lnSpc>
              <a:spcBef>
                <a:spcPts val="0"/>
              </a:spcBef>
              <a:spcAft>
                <a:spcPts val="0"/>
              </a:spcAft>
              <a:buClr>
                <a:schemeClr val="lt1"/>
              </a:buClr>
              <a:buSzPct val="84459"/>
              <a:buFont typeface="Noto Sans Symbols"/>
              <a:buChar char="✔"/>
            </a:pPr>
            <a:r>
              <a:rPr lang="fr-FR" sz="3200">
                <a:solidFill>
                  <a:srgbClr val="002060"/>
                </a:solidFill>
              </a:rPr>
              <a:t>Alefa any amin’ny faha(4) andro ny lisit’ireo mpiofana anaovana paiement</a:t>
            </a:r>
            <a:endParaRPr sz="3200">
              <a:solidFill>
                <a:srgbClr val="002060"/>
              </a:solidFill>
            </a:endParaRPr>
          </a:p>
          <a:p>
            <a:pPr indent="-361950" lvl="0" marL="361950" rtl="0" algn="just">
              <a:lnSpc>
                <a:spcPct val="150000"/>
              </a:lnSpc>
              <a:spcBef>
                <a:spcPts val="0"/>
              </a:spcBef>
              <a:spcAft>
                <a:spcPts val="0"/>
              </a:spcAft>
              <a:buClr>
                <a:schemeClr val="lt1"/>
              </a:buClr>
              <a:buSzPct val="84459"/>
              <a:buFont typeface="Noto Sans Symbols"/>
              <a:buChar char="✔"/>
            </a:pPr>
            <a:r>
              <a:rPr lang="fr-FR" sz="3200">
                <a:solidFill>
                  <a:srgbClr val="002060"/>
                </a:solidFill>
              </a:rPr>
              <a:t>Mila pièces justificatives (zavatra manamarina ny fanatanterahana an’ilay paiement foana vao afaka manatanteraka izany)</a:t>
            </a:r>
            <a:endParaRPr sz="3200">
              <a:solidFill>
                <a:srgbClr val="002060"/>
              </a:solidFill>
            </a:endParaRPr>
          </a:p>
          <a:p>
            <a:pPr indent="-361950" lvl="0" marL="361950" rtl="0" algn="just">
              <a:lnSpc>
                <a:spcPct val="150000"/>
              </a:lnSpc>
              <a:spcBef>
                <a:spcPts val="0"/>
              </a:spcBef>
              <a:spcAft>
                <a:spcPts val="0"/>
              </a:spcAft>
              <a:buClr>
                <a:schemeClr val="lt1"/>
              </a:buClr>
              <a:buSzPct val="84459"/>
              <a:buFont typeface="Noto Sans Symbols"/>
              <a:buChar char="✔"/>
            </a:pPr>
            <a:r>
              <a:rPr lang="fr-FR" sz="3200">
                <a:solidFill>
                  <a:srgbClr val="002060"/>
                </a:solidFill>
              </a:rPr>
              <a:t>Hamarinina foana ny zavatra omena sy raisina </a:t>
            </a:r>
            <a:endParaRPr sz="3200">
              <a:solidFill>
                <a:srgbClr val="002060"/>
              </a:solidFill>
            </a:endParaRPr>
          </a:p>
          <a:p>
            <a:pPr indent="-203200" lvl="0" marL="361950" rtl="0" algn="just">
              <a:lnSpc>
                <a:spcPct val="150000"/>
              </a:lnSpc>
              <a:spcBef>
                <a:spcPts val="0"/>
              </a:spcBef>
              <a:spcAft>
                <a:spcPts val="0"/>
              </a:spcAft>
              <a:buClr>
                <a:schemeClr val="dk1"/>
              </a:buClr>
              <a:buSzPct val="84459"/>
              <a:buFont typeface="Noto Sans Symbols"/>
              <a:buNone/>
            </a:pPr>
            <a:r>
              <a:t/>
            </a:r>
            <a:endParaRPr sz="3200"/>
          </a:p>
          <a:p>
            <a:pPr indent="0" lvl="0" marL="0" rtl="0" algn="l">
              <a:lnSpc>
                <a:spcPct val="100000"/>
              </a:lnSpc>
              <a:spcBef>
                <a:spcPts val="640"/>
              </a:spcBef>
              <a:spcAft>
                <a:spcPts val="0"/>
              </a:spcAft>
              <a:buClr>
                <a:schemeClr val="dk1"/>
              </a:buClr>
              <a:buSzPct val="108108"/>
              <a:buNone/>
            </a:pPr>
            <a:r>
              <a:t/>
            </a:r>
            <a:endParaRPr b="1" sz="3200">
              <a:solidFill>
                <a:srgbClr val="FF0000"/>
              </a:solidFill>
            </a:endParaRPr>
          </a:p>
          <a:p>
            <a:pPr indent="-254000" lvl="0" marL="457200" rtl="0" algn="l">
              <a:lnSpc>
                <a:spcPct val="100000"/>
              </a:lnSpc>
              <a:spcBef>
                <a:spcPts val="640"/>
              </a:spcBef>
              <a:spcAft>
                <a:spcPts val="0"/>
              </a:spcAft>
              <a:buClr>
                <a:schemeClr val="dk1"/>
              </a:buClr>
              <a:buSzPct val="108108"/>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ct val="108108"/>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ct val="108108"/>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ct val="108108"/>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ct val="108108"/>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ct val="108108"/>
              <a:buNone/>
            </a:pPr>
            <a:r>
              <a:t/>
            </a:r>
            <a:endParaRPr sz="3200">
              <a:solidFill>
                <a:schemeClr val="dk1"/>
              </a:solidFill>
            </a:endParaRPr>
          </a:p>
          <a:p>
            <a:pPr indent="0" lvl="0" marL="0" rtl="0" algn="l">
              <a:lnSpc>
                <a:spcPct val="100000"/>
              </a:lnSpc>
              <a:spcBef>
                <a:spcPts val="600"/>
              </a:spcBef>
              <a:spcAft>
                <a:spcPts val="0"/>
              </a:spcAft>
              <a:buClr>
                <a:schemeClr val="dk1"/>
              </a:buClr>
              <a:buSzPct val="108108"/>
              <a:buNone/>
            </a:pPr>
            <a:r>
              <a:t/>
            </a:r>
            <a:endParaRPr>
              <a:solidFill>
                <a:srgbClr val="FF0000"/>
              </a:solidFill>
            </a:endParaRPr>
          </a:p>
          <a:p>
            <a:pPr indent="0" lvl="0" marL="0" rtl="0" algn="l">
              <a:lnSpc>
                <a:spcPct val="100000"/>
              </a:lnSpc>
              <a:spcBef>
                <a:spcPts val="600"/>
              </a:spcBef>
              <a:spcAft>
                <a:spcPts val="0"/>
              </a:spcAft>
              <a:buClr>
                <a:schemeClr val="dk1"/>
              </a:buClr>
              <a:buSzPct val="108108"/>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2" name="Shape 252"/>
        <p:cNvGrpSpPr/>
        <p:nvPr/>
      </p:nvGrpSpPr>
      <p:grpSpPr>
        <a:xfrm>
          <a:off x="0" y="0"/>
          <a:ext cx="0" cy="0"/>
          <a:chOff x="0" y="0"/>
          <a:chExt cx="0" cy="0"/>
        </a:xfrm>
      </p:grpSpPr>
      <p:sp>
        <p:nvSpPr>
          <p:cNvPr id="253" name="Google Shape;253;p25"/>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800"/>
              <a:buFont typeface="Calibri"/>
              <a:buNone/>
            </a:pPr>
            <a:r>
              <a:rPr b="1" lang="fr-FR" sz="4800">
                <a:solidFill>
                  <a:schemeClr val="lt1"/>
                </a:solidFill>
              </a:rPr>
              <a:t>FOMBA FIASA</a:t>
            </a:r>
            <a:endParaRPr sz="4800">
              <a:solidFill>
                <a:schemeClr val="lt1"/>
              </a:solidFill>
            </a:endParaRPr>
          </a:p>
        </p:txBody>
      </p:sp>
      <p:sp>
        <p:nvSpPr>
          <p:cNvPr id="254" name="Google Shape;254;p25"/>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Scannéna foana ny pièces justificatives vao vantany vao voaray ary ampirimina avy hatrany rehefa vita ny scan </a:t>
            </a:r>
            <a:endParaRPr sz="3200">
              <a:solidFill>
                <a:schemeClr val="lt1"/>
              </a:solidFill>
            </a:endParaRPr>
          </a:p>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Atao mitondra ny anaran’ilay olona tompon’ny pièce justificative ny fichier azo tamin’ny scan raha mande irery izy, ary ny anaran’ilay kaominina na distrika kosa raha mitambatra maromaro </a:t>
            </a:r>
            <a:endParaRPr sz="3200">
              <a:solidFill>
                <a:schemeClr val="lt1"/>
              </a:solidFill>
            </a:endParaRPr>
          </a:p>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Jerena tsara ny zavatra alefa mialohan’ny andefasana azy</a:t>
            </a:r>
            <a:endParaRPr>
              <a:solidFill>
                <a:schemeClr val="lt1"/>
              </a:solidFill>
            </a:endParaRPr>
          </a:p>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Tsy miandry ora na fotoana farany vao manao zavatra</a:t>
            </a:r>
            <a:endParaRPr sz="3200"/>
          </a:p>
          <a:p>
            <a:pPr indent="-203200" lvl="0" marL="361950" rtl="0" algn="just">
              <a:lnSpc>
                <a:spcPct val="150000"/>
              </a:lnSpc>
              <a:spcBef>
                <a:spcPts val="0"/>
              </a:spcBef>
              <a:spcAft>
                <a:spcPts val="0"/>
              </a:spcAft>
              <a:buClr>
                <a:schemeClr val="dk1"/>
              </a:buClr>
              <a:buSzPts val="2500"/>
              <a:buFont typeface="Noto Sans Symbols"/>
              <a:buNone/>
            </a:pPr>
            <a:r>
              <a:t/>
            </a:r>
            <a:endParaRPr sz="3200"/>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9" name="Shape 259"/>
        <p:cNvGrpSpPr/>
        <p:nvPr/>
      </p:nvGrpSpPr>
      <p:grpSpPr>
        <a:xfrm>
          <a:off x="0" y="0"/>
          <a:ext cx="0" cy="0"/>
          <a:chOff x="0" y="0"/>
          <a:chExt cx="0" cy="0"/>
        </a:xfrm>
      </p:grpSpPr>
      <p:sp>
        <p:nvSpPr>
          <p:cNvPr id="260" name="Google Shape;260;p26"/>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800"/>
              <a:buFont typeface="Times New Roman"/>
              <a:buNone/>
            </a:pPr>
            <a:r>
              <a:rPr b="1" lang="fr-FR" sz="4800">
                <a:solidFill>
                  <a:schemeClr val="lt1"/>
                </a:solidFill>
                <a:latin typeface="Times New Roman"/>
                <a:ea typeface="Times New Roman"/>
                <a:cs typeface="Times New Roman"/>
                <a:sym typeface="Times New Roman"/>
              </a:rPr>
              <a:t>FOMBA FIASA</a:t>
            </a:r>
            <a:endParaRPr sz="4800">
              <a:solidFill>
                <a:schemeClr val="lt1"/>
              </a:solidFill>
            </a:endParaRPr>
          </a:p>
        </p:txBody>
      </p:sp>
      <p:sp>
        <p:nvSpPr>
          <p:cNvPr id="261" name="Google Shape;261;p26"/>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Ampirimina tsara anaty papier chemise sy classeur ny taratasy, anaty dossier ao amin’ny ordinateur sy anaty drive ny fichier excel sy ny fichier scanné</a:t>
            </a:r>
            <a:endParaRPr sz="3200">
              <a:solidFill>
                <a:schemeClr val="lt1"/>
              </a:solidFill>
            </a:endParaRPr>
          </a:p>
          <a:p>
            <a:pPr indent="-361950" lvl="0" marL="361950" rtl="0" algn="just">
              <a:lnSpc>
                <a:spcPct val="150000"/>
              </a:lnSpc>
              <a:spcBef>
                <a:spcPts val="0"/>
              </a:spcBef>
              <a:spcAft>
                <a:spcPts val="0"/>
              </a:spcAft>
              <a:buClr>
                <a:schemeClr val="lt1"/>
              </a:buClr>
              <a:buSzPts val="2500"/>
              <a:buFont typeface="Noto Sans Symbols"/>
              <a:buChar char="✔"/>
            </a:pPr>
            <a:r>
              <a:rPr lang="fr-FR" sz="3200">
                <a:solidFill>
                  <a:schemeClr val="lt1"/>
                </a:solidFill>
              </a:rPr>
              <a:t>Ny note de frais, ny facture ary ny tableau de bord rehetra dia tsy maintsy contre-signé-n’ny binôme (raha Superviseur Technique ny manome azy) na certifié-n’ny superieur (raha Chef d’équipe na Agent Enquêteur ny manome azy).</a:t>
            </a:r>
            <a:endParaRPr sz="3200">
              <a:solidFill>
                <a:schemeClr val="lt1"/>
              </a:solidFill>
            </a:endParaRPr>
          </a:p>
          <a:p>
            <a:pPr indent="-203200" lvl="0" marL="361950" rtl="0" algn="just">
              <a:lnSpc>
                <a:spcPct val="150000"/>
              </a:lnSpc>
              <a:spcBef>
                <a:spcPts val="0"/>
              </a:spcBef>
              <a:spcAft>
                <a:spcPts val="0"/>
              </a:spcAft>
              <a:buClr>
                <a:schemeClr val="dk1"/>
              </a:buClr>
              <a:buSzPts val="2500"/>
              <a:buFont typeface="Noto Sans Symbols"/>
              <a:buNone/>
            </a:pPr>
            <a:r>
              <a:t/>
            </a:r>
            <a:endParaRPr sz="3200"/>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sp>
        <p:nvSpPr>
          <p:cNvPr id="267" name="Google Shape;267;p27"/>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2"/>
              </a:buClr>
              <a:buSzPts val="4800"/>
              <a:buFont typeface="Times New Roman"/>
              <a:buNone/>
            </a:pPr>
            <a:r>
              <a:rPr b="1" lang="fr-FR" sz="4800">
                <a:solidFill>
                  <a:schemeClr val="lt1"/>
                </a:solidFill>
                <a:latin typeface="Times New Roman"/>
                <a:ea typeface="Times New Roman"/>
                <a:cs typeface="Times New Roman"/>
                <a:sym typeface="Times New Roman"/>
              </a:rPr>
              <a:t>FOMBA FIASA</a:t>
            </a:r>
            <a:endParaRPr sz="4800">
              <a:solidFill>
                <a:schemeClr val="lt1"/>
              </a:solidFill>
            </a:endParaRPr>
          </a:p>
        </p:txBody>
      </p:sp>
      <p:sp>
        <p:nvSpPr>
          <p:cNvPr id="268" name="Google Shape;268;p27"/>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a:bodyPr>
          <a:lstStyle/>
          <a:p>
            <a:pPr indent="-361950" lvl="0" marL="361950" rtl="0" algn="just">
              <a:lnSpc>
                <a:spcPct val="150000"/>
              </a:lnSpc>
              <a:spcBef>
                <a:spcPts val="0"/>
              </a:spcBef>
              <a:spcAft>
                <a:spcPts val="0"/>
              </a:spcAft>
              <a:buClr>
                <a:schemeClr val="lt1"/>
              </a:buClr>
              <a:buSzPts val="2500"/>
              <a:buFont typeface="Noto Sans Symbols"/>
              <a:buChar char="✔"/>
            </a:pPr>
            <a:r>
              <a:rPr b="1" lang="fr-FR" sz="3200">
                <a:solidFill>
                  <a:schemeClr val="lt1"/>
                </a:solidFill>
              </a:rPr>
              <a:t>Aorian’ny sonia ny fifanarahana ara-kasa, ny Paiement 60% ihany no mila vitaina mandritran’ny alina, ary alefa ny maraina ny excel sy ny scan rehefa vita sy voamarina tsara .</a:t>
            </a:r>
            <a:endParaRPr>
              <a:solidFill>
                <a:schemeClr val="lt1"/>
              </a:solidFill>
            </a:endParaRPr>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b="1" sz="3200">
              <a:solidFill>
                <a:srgbClr val="FF0000"/>
              </a:solidFill>
            </a:endParaRPr>
          </a:p>
          <a:p>
            <a:pPr indent="-254000" lvl="0" marL="457200" rtl="0" algn="l">
              <a:lnSpc>
                <a:spcPct val="100000"/>
              </a:lnSpc>
              <a:spcBef>
                <a:spcPts val="640"/>
              </a:spcBef>
              <a:spcAft>
                <a:spcPts val="0"/>
              </a:spcAft>
              <a:buClr>
                <a:schemeClr val="dk1"/>
              </a:buClr>
              <a:buSzPts val="3200"/>
              <a:buFont typeface="Noto Sans Symbols"/>
              <a:buNone/>
            </a:pPr>
            <a:r>
              <a:t/>
            </a:r>
            <a:endParaRPr b="1" sz="3200">
              <a:solidFill>
                <a:srgbClr val="FF0000"/>
              </a:solidFill>
            </a:endParaRPr>
          </a:p>
          <a:p>
            <a:pPr indent="0" lvl="0" marL="0" rtl="0" algn="l">
              <a:lnSpc>
                <a:spcPct val="100000"/>
              </a:lnSpc>
              <a:spcBef>
                <a:spcPts val="640"/>
              </a:spcBef>
              <a:spcAft>
                <a:spcPts val="0"/>
              </a:spcAft>
              <a:buClr>
                <a:schemeClr val="dk1"/>
              </a:buClr>
              <a:buSzPts val="3200"/>
              <a:buNone/>
            </a:pPr>
            <a:r>
              <a:t/>
            </a:r>
            <a:endParaRPr sz="3200">
              <a:solidFill>
                <a:schemeClr val="dk1"/>
              </a:solidFill>
            </a:endParaRPr>
          </a:p>
          <a:p>
            <a:pPr indent="0" lvl="0" marL="0" rtl="0" algn="l">
              <a:lnSpc>
                <a:spcPct val="100000"/>
              </a:lnSpc>
              <a:spcBef>
                <a:spcPts val="600"/>
              </a:spcBef>
              <a:spcAft>
                <a:spcPts val="0"/>
              </a:spcAft>
              <a:buClr>
                <a:schemeClr val="dk1"/>
              </a:buClr>
              <a:buSzPts val="3000"/>
              <a:buNone/>
            </a:pPr>
            <a:r>
              <a:t/>
            </a:r>
            <a:endParaRPr>
              <a:solidFill>
                <a:srgbClr val="FF0000"/>
              </a:solidFill>
            </a:endParaRPr>
          </a:p>
          <a:p>
            <a:pPr indent="0" lvl="0" marL="0" rtl="0" algn="l">
              <a:lnSpc>
                <a:spcPct val="100000"/>
              </a:lnSpc>
              <a:spcBef>
                <a:spcPts val="600"/>
              </a:spcBef>
              <a:spcAft>
                <a:spcPts val="0"/>
              </a:spcAft>
              <a:buClr>
                <a:schemeClr val="dk1"/>
              </a:buClr>
              <a:buSzPts val="3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 name="Shape 273"/>
        <p:cNvGrpSpPr/>
        <p:nvPr/>
      </p:nvGrpSpPr>
      <p:grpSpPr>
        <a:xfrm>
          <a:off x="0" y="0"/>
          <a:ext cx="0" cy="0"/>
          <a:chOff x="0" y="0"/>
          <a:chExt cx="0" cy="0"/>
        </a:xfrm>
      </p:grpSpPr>
      <p:sp>
        <p:nvSpPr>
          <p:cNvPr id="274" name="Google Shape;274;p28"/>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2"/>
              </a:buClr>
              <a:buSzPct val="100000"/>
              <a:buFont typeface="Calibri"/>
              <a:buNone/>
            </a:pPr>
            <a:r>
              <a:rPr b="1" lang="fr-FR" sz="4800">
                <a:solidFill>
                  <a:schemeClr val="lt1"/>
                </a:solidFill>
              </a:rPr>
              <a:t>DINGANA ARAHINA REHEFA HANAO PAIEMENT</a:t>
            </a:r>
            <a:endParaRPr sz="4800">
              <a:solidFill>
                <a:schemeClr val="lt1"/>
              </a:solidFill>
            </a:endParaRPr>
          </a:p>
        </p:txBody>
      </p:sp>
      <p:sp>
        <p:nvSpPr>
          <p:cNvPr id="275" name="Google Shape;275;p28"/>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92500" lnSpcReduction="10000"/>
          </a:bodyPr>
          <a:lstStyle/>
          <a:p>
            <a:pPr indent="0" lvl="0" marL="0" rtl="0" algn="l">
              <a:lnSpc>
                <a:spcPct val="100000"/>
              </a:lnSpc>
              <a:spcBef>
                <a:spcPts val="0"/>
              </a:spcBef>
              <a:spcAft>
                <a:spcPts val="0"/>
              </a:spcAft>
              <a:buClr>
                <a:schemeClr val="dk1"/>
              </a:buClr>
              <a:buSzPct val="100000"/>
              <a:buNone/>
            </a:pPr>
            <a:r>
              <a:rPr b="1" lang="fr-FR" sz="4300">
                <a:solidFill>
                  <a:schemeClr val="lt1"/>
                </a:solidFill>
                <a:latin typeface="Calibri"/>
                <a:ea typeface="Calibri"/>
                <a:cs typeface="Calibri"/>
                <a:sym typeface="Calibri"/>
              </a:rPr>
              <a:t>DINGANA VOALOHANY </a:t>
            </a:r>
            <a:r>
              <a:rPr lang="fr-FR" sz="4300">
                <a:solidFill>
                  <a:schemeClr val="lt1"/>
                </a:solidFill>
              </a:rPr>
              <a:t>: </a:t>
            </a:r>
            <a:r>
              <a:rPr lang="fr-FR" sz="4800">
                <a:solidFill>
                  <a:schemeClr val="lt1"/>
                </a:solidFill>
              </a:rPr>
              <a:t>Fananganana fichier source</a:t>
            </a:r>
            <a:endParaRPr>
              <a:solidFill>
                <a:schemeClr val="lt1"/>
              </a:solidFill>
            </a:endParaRPr>
          </a:p>
          <a:p>
            <a:pPr indent="-457200" lvl="0" marL="457200" rtl="0" algn="l">
              <a:lnSpc>
                <a:spcPct val="100000"/>
              </a:lnSpc>
              <a:spcBef>
                <a:spcPts val="888"/>
              </a:spcBef>
              <a:spcAft>
                <a:spcPts val="0"/>
              </a:spcAft>
              <a:buClr>
                <a:schemeClr val="lt1"/>
              </a:buClr>
              <a:buSzPct val="100000"/>
              <a:buFont typeface="Noto Sans Symbols"/>
              <a:buChar char="⮚"/>
            </a:pPr>
            <a:r>
              <a:rPr b="1" lang="fr-FR" sz="3200">
                <a:solidFill>
                  <a:schemeClr val="lt1"/>
                </a:solidFill>
              </a:rPr>
              <a:t>SAISIE 1 </a:t>
            </a:r>
            <a:r>
              <a:rPr lang="fr-FR" sz="4800">
                <a:solidFill>
                  <a:schemeClr val="lt1"/>
                </a:solidFill>
              </a:rPr>
              <a:t>: Lisitra mandritran’ny fanaovana évaluation dossier (CE na AE)</a:t>
            </a:r>
            <a:endParaRPr>
              <a:solidFill>
                <a:schemeClr val="lt1"/>
              </a:solidFill>
            </a:endParaRPr>
          </a:p>
          <a:p>
            <a:pPr indent="-457200" lvl="0" marL="457200" rtl="0" algn="l">
              <a:lnSpc>
                <a:spcPct val="100000"/>
              </a:lnSpc>
              <a:spcBef>
                <a:spcPts val="814"/>
              </a:spcBef>
              <a:spcAft>
                <a:spcPts val="0"/>
              </a:spcAft>
              <a:buClr>
                <a:schemeClr val="lt1"/>
              </a:buClr>
              <a:buSzPct val="100000"/>
              <a:buFont typeface="Noto Sans Symbols"/>
              <a:buChar char="⮚"/>
            </a:pPr>
            <a:r>
              <a:rPr b="1" lang="fr-FR" sz="3200">
                <a:solidFill>
                  <a:schemeClr val="lt1"/>
                </a:solidFill>
              </a:rPr>
              <a:t>SAISIE 2 </a:t>
            </a:r>
            <a:r>
              <a:rPr lang="fr-FR" sz="4400">
                <a:solidFill>
                  <a:schemeClr val="lt1"/>
                </a:solidFill>
              </a:rPr>
              <a:t>: Fanovana mandritran’ny fiantsoana na mandritran’ny fiofanana</a:t>
            </a:r>
            <a:endParaRPr>
              <a:solidFill>
                <a:schemeClr val="lt1"/>
              </a:solidFill>
            </a:endParaRPr>
          </a:p>
          <a:p>
            <a:pPr indent="-269240" lvl="0" marL="457200" rtl="0" algn="l">
              <a:lnSpc>
                <a:spcPct val="100000"/>
              </a:lnSpc>
              <a:spcBef>
                <a:spcPts val="592"/>
              </a:spcBef>
              <a:spcAft>
                <a:spcPts val="0"/>
              </a:spcAft>
              <a:buClr>
                <a:schemeClr val="lt1"/>
              </a:buClr>
              <a:buSzPct val="100000"/>
              <a:buFont typeface="Noto Sans Symbols"/>
              <a:buNone/>
            </a:pPr>
            <a:r>
              <a:t/>
            </a:r>
            <a:endParaRPr b="1" sz="3200">
              <a:solidFill>
                <a:schemeClr val="lt1"/>
              </a:solidFill>
            </a:endParaRPr>
          </a:p>
          <a:p>
            <a:pPr indent="-457200" lvl="0" marL="457200" rtl="0" algn="l">
              <a:lnSpc>
                <a:spcPct val="100000"/>
              </a:lnSpc>
              <a:spcBef>
                <a:spcPts val="814"/>
              </a:spcBef>
              <a:spcAft>
                <a:spcPts val="0"/>
              </a:spcAft>
              <a:buClr>
                <a:schemeClr val="lt1"/>
              </a:buClr>
              <a:buSzPct val="100000"/>
              <a:buFont typeface="Noto Sans Symbols"/>
              <a:buChar char="⮚"/>
            </a:pPr>
            <a:r>
              <a:rPr b="1" lang="fr-FR" sz="3200">
                <a:solidFill>
                  <a:schemeClr val="lt1"/>
                </a:solidFill>
              </a:rPr>
              <a:t>SAISIE 3 : </a:t>
            </a:r>
            <a:r>
              <a:rPr lang="fr-FR" sz="4400">
                <a:solidFill>
                  <a:schemeClr val="lt1"/>
                </a:solidFill>
              </a:rPr>
              <a:t>Fanamboarana mba hitovy ny ao anaty môdely </a:t>
            </a:r>
            <a:endParaRPr>
              <a:solidFill>
                <a:schemeClr val="lt1"/>
              </a:solidFill>
            </a:endParaRPr>
          </a:p>
          <a:p>
            <a:pPr indent="-269240" lvl="0" marL="457200" rtl="0" algn="l">
              <a:lnSpc>
                <a:spcPct val="100000"/>
              </a:lnSpc>
              <a:spcBef>
                <a:spcPts val="592"/>
              </a:spcBef>
              <a:spcAft>
                <a:spcPts val="0"/>
              </a:spcAft>
              <a:buClr>
                <a:schemeClr val="lt1"/>
              </a:buClr>
              <a:buSzPct val="100000"/>
              <a:buFont typeface="Noto Sans Symbols"/>
              <a:buNone/>
            </a:pPr>
            <a:r>
              <a:t/>
            </a:r>
            <a:endParaRPr b="1" sz="3200">
              <a:solidFill>
                <a:schemeClr val="lt1"/>
              </a:solidFill>
            </a:endParaRPr>
          </a:p>
          <a:p>
            <a:pPr indent="-457200" lvl="0" marL="457200" rtl="0" algn="l">
              <a:lnSpc>
                <a:spcPct val="100000"/>
              </a:lnSpc>
              <a:spcBef>
                <a:spcPts val="592"/>
              </a:spcBef>
              <a:spcAft>
                <a:spcPts val="0"/>
              </a:spcAft>
              <a:buClr>
                <a:schemeClr val="lt1"/>
              </a:buClr>
              <a:buSzPct val="100000"/>
              <a:buFont typeface="Noto Sans Symbols"/>
              <a:buChar char="⮚"/>
            </a:pPr>
            <a:r>
              <a:rPr lang="fr-FR" sz="3200">
                <a:solidFill>
                  <a:schemeClr val="lt1"/>
                </a:solidFill>
              </a:rPr>
              <a:t>évaluation dossier (CE na AE</a:t>
            </a:r>
            <a:endParaRPr b="1" sz="3200">
              <a:solidFill>
                <a:schemeClr val="lt1"/>
              </a:solidFill>
            </a:endParaRPr>
          </a:p>
          <a:p>
            <a:pPr indent="0" lvl="0" marL="0" rtl="0" algn="l">
              <a:lnSpc>
                <a:spcPct val="100000"/>
              </a:lnSpc>
              <a:spcBef>
                <a:spcPts val="592"/>
              </a:spcBef>
              <a:spcAft>
                <a:spcPts val="0"/>
              </a:spcAft>
              <a:buClr>
                <a:schemeClr val="dk1"/>
              </a:buClr>
              <a:buSzPct val="100000"/>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592"/>
              </a:spcBef>
              <a:spcAft>
                <a:spcPts val="0"/>
              </a:spcAft>
              <a:buClr>
                <a:schemeClr val="dk1"/>
              </a:buClr>
              <a:buSzPct val="100000"/>
              <a:buNone/>
            </a:pPr>
            <a:r>
              <a:t/>
            </a:r>
            <a:endParaRPr b="1" sz="3200">
              <a:solidFill>
                <a:srgbClr val="FF0000"/>
              </a:solidFill>
            </a:endParaRPr>
          </a:p>
          <a:p>
            <a:pPr indent="-269240" lvl="0" marL="457200" rtl="0" algn="l">
              <a:lnSpc>
                <a:spcPct val="100000"/>
              </a:lnSpc>
              <a:spcBef>
                <a:spcPts val="592"/>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592"/>
              </a:spcBef>
              <a:spcAft>
                <a:spcPts val="0"/>
              </a:spcAft>
              <a:buClr>
                <a:schemeClr val="dk1"/>
              </a:buClr>
              <a:buSzPct val="100000"/>
              <a:buNone/>
            </a:pPr>
            <a:r>
              <a:t/>
            </a:r>
            <a:endParaRPr sz="3200">
              <a:solidFill>
                <a:schemeClr val="dk1"/>
              </a:solidFill>
            </a:endParaRPr>
          </a:p>
          <a:p>
            <a:pPr indent="0" lvl="0" marL="0" rtl="0" algn="l">
              <a:lnSpc>
                <a:spcPct val="100000"/>
              </a:lnSpc>
              <a:spcBef>
                <a:spcPts val="555"/>
              </a:spcBef>
              <a:spcAft>
                <a:spcPts val="0"/>
              </a:spcAft>
              <a:buClr>
                <a:schemeClr val="dk1"/>
              </a:buClr>
              <a:buSzPct val="100000"/>
              <a:buNone/>
            </a:pPr>
            <a:r>
              <a:t/>
            </a:r>
            <a:endParaRPr>
              <a:solidFill>
                <a:srgbClr val="FF0000"/>
              </a:solidFill>
            </a:endParaRPr>
          </a:p>
          <a:p>
            <a:pPr indent="0" lvl="0" marL="0" rtl="0" algn="l">
              <a:lnSpc>
                <a:spcPct val="100000"/>
              </a:lnSpc>
              <a:spcBef>
                <a:spcPts val="555"/>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0" name="Shape 280"/>
        <p:cNvGrpSpPr/>
        <p:nvPr/>
      </p:nvGrpSpPr>
      <p:grpSpPr>
        <a:xfrm>
          <a:off x="0" y="0"/>
          <a:ext cx="0" cy="0"/>
          <a:chOff x="0" y="0"/>
          <a:chExt cx="0" cy="0"/>
        </a:xfrm>
      </p:grpSpPr>
      <p:sp>
        <p:nvSpPr>
          <p:cNvPr id="281" name="Google Shape;281;p29"/>
          <p:cNvSpPr txBox="1"/>
          <p:nvPr>
            <p:ph type="ctrTitle"/>
          </p:nvPr>
        </p:nvSpPr>
        <p:spPr>
          <a:xfrm>
            <a:off x="866913" y="126380"/>
            <a:ext cx="10123391" cy="1296144"/>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2"/>
              </a:buClr>
              <a:buSzPct val="100000"/>
              <a:buFont typeface="Calibri"/>
              <a:buNone/>
            </a:pPr>
            <a:r>
              <a:rPr b="1" lang="fr-FR" sz="4800">
                <a:solidFill>
                  <a:schemeClr val="lt1"/>
                </a:solidFill>
              </a:rPr>
              <a:t>DINGANA ARAHINA REHEFA HANAO PAIEMENT</a:t>
            </a:r>
            <a:endParaRPr sz="4800">
              <a:solidFill>
                <a:schemeClr val="lt1"/>
              </a:solidFill>
            </a:endParaRPr>
          </a:p>
        </p:txBody>
      </p:sp>
      <p:sp>
        <p:nvSpPr>
          <p:cNvPr id="282" name="Google Shape;282;p29"/>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25000" lnSpcReduction="20000"/>
          </a:bodyPr>
          <a:lstStyle/>
          <a:p>
            <a:pPr indent="0" lvl="0" marL="0" rtl="0" algn="l">
              <a:lnSpc>
                <a:spcPct val="100000"/>
              </a:lnSpc>
              <a:spcBef>
                <a:spcPts val="0"/>
              </a:spcBef>
              <a:spcAft>
                <a:spcPts val="0"/>
              </a:spcAft>
              <a:buClr>
                <a:schemeClr val="dk1"/>
              </a:buClr>
              <a:buSzPct val="100000"/>
              <a:buNone/>
            </a:pPr>
            <a:r>
              <a:rPr b="1" lang="fr-FR" sz="16000">
                <a:solidFill>
                  <a:schemeClr val="lt1"/>
                </a:solidFill>
                <a:latin typeface="Calibri"/>
                <a:ea typeface="Calibri"/>
                <a:cs typeface="Calibri"/>
                <a:sym typeface="Calibri"/>
              </a:rPr>
              <a:t>DINGANA FAHAROA </a:t>
            </a:r>
            <a:r>
              <a:rPr b="1" lang="fr-FR" sz="16000">
                <a:solidFill>
                  <a:schemeClr val="lt1"/>
                </a:solidFill>
              </a:rPr>
              <a:t>: </a:t>
            </a:r>
            <a:r>
              <a:rPr lang="fr-FR" sz="16000">
                <a:solidFill>
                  <a:schemeClr val="lt1"/>
                </a:solidFill>
              </a:rPr>
              <a:t>Fanomanana ny paiement</a:t>
            </a:r>
            <a:endParaRPr>
              <a:solidFill>
                <a:schemeClr val="lt1"/>
              </a:solidFill>
            </a:endParaRPr>
          </a:p>
          <a:p>
            <a:pPr indent="-1143000" lvl="0" marL="1143000" rtl="0" algn="l">
              <a:lnSpc>
                <a:spcPct val="170000"/>
              </a:lnSpc>
              <a:spcBef>
                <a:spcPts val="640"/>
              </a:spcBef>
              <a:spcAft>
                <a:spcPts val="0"/>
              </a:spcAft>
              <a:buClr>
                <a:schemeClr val="lt1"/>
              </a:buClr>
              <a:buSzPct val="100000"/>
              <a:buFont typeface="Noto Sans Symbols"/>
              <a:buChar char="⮚"/>
            </a:pPr>
            <a:r>
              <a:rPr b="1" lang="fr-FR" sz="11100">
                <a:solidFill>
                  <a:srgbClr val="FF0000"/>
                </a:solidFill>
              </a:rPr>
              <a:t>SAISIE 1 </a:t>
            </a:r>
            <a:r>
              <a:rPr b="1" lang="fr-FR" sz="11100">
                <a:solidFill>
                  <a:schemeClr val="lt1"/>
                </a:solidFill>
              </a:rPr>
              <a:t>: </a:t>
            </a:r>
            <a:r>
              <a:rPr lang="fr-FR" sz="12800">
                <a:solidFill>
                  <a:schemeClr val="lt1"/>
                </a:solidFill>
              </a:rPr>
              <a:t>Manao copie/coller (valeur) izay voakasika amin’ireo anaty fichier source mankao amin’ny fichier template</a:t>
            </a:r>
            <a:endParaRPr sz="12800">
              <a:solidFill>
                <a:schemeClr val="lt1"/>
              </a:solidFill>
            </a:endParaRPr>
          </a:p>
          <a:p>
            <a:pPr indent="-1143000" lvl="0" marL="1143000" rtl="0" algn="l">
              <a:lnSpc>
                <a:spcPct val="170000"/>
              </a:lnSpc>
              <a:spcBef>
                <a:spcPts val="640"/>
              </a:spcBef>
              <a:spcAft>
                <a:spcPts val="0"/>
              </a:spcAft>
              <a:buClr>
                <a:schemeClr val="lt1"/>
              </a:buClr>
              <a:buSzPct val="100000"/>
              <a:buFont typeface="Noto Sans Symbols"/>
              <a:buChar char="⮚"/>
            </a:pPr>
            <a:r>
              <a:rPr b="1" lang="fr-FR" sz="11100">
                <a:solidFill>
                  <a:srgbClr val="FF0000"/>
                </a:solidFill>
              </a:rPr>
              <a:t>SAISIE 2</a:t>
            </a:r>
            <a:r>
              <a:rPr b="1" lang="fr-FR" sz="11100">
                <a:solidFill>
                  <a:schemeClr val="lt1"/>
                </a:solidFill>
              </a:rPr>
              <a:t> : </a:t>
            </a:r>
            <a:r>
              <a:rPr lang="fr-FR" sz="12800">
                <a:solidFill>
                  <a:schemeClr val="lt1"/>
                </a:solidFill>
              </a:rPr>
              <a:t>Mampiditra ny montant rehetra mifanaraka amin’ny paiement </a:t>
            </a:r>
            <a:endParaRPr>
              <a:solidFill>
                <a:schemeClr val="lt1"/>
              </a:solidFill>
            </a:endParaRPr>
          </a:p>
          <a:p>
            <a:pPr indent="-1143000" lvl="0" marL="1143000" rtl="0" algn="l">
              <a:lnSpc>
                <a:spcPct val="170000"/>
              </a:lnSpc>
              <a:spcBef>
                <a:spcPts val="640"/>
              </a:spcBef>
              <a:spcAft>
                <a:spcPts val="0"/>
              </a:spcAft>
              <a:buClr>
                <a:schemeClr val="lt1"/>
              </a:buClr>
              <a:buSzPct val="100000"/>
              <a:buFont typeface="Noto Sans Symbols"/>
              <a:buChar char="⮚"/>
            </a:pPr>
            <a:r>
              <a:rPr b="1" lang="fr-FR" sz="11100">
                <a:solidFill>
                  <a:srgbClr val="FF0000"/>
                </a:solidFill>
              </a:rPr>
              <a:t>SAISIE 3</a:t>
            </a:r>
            <a:r>
              <a:rPr b="1" lang="fr-FR" sz="11100">
                <a:solidFill>
                  <a:schemeClr val="lt1"/>
                </a:solidFill>
              </a:rPr>
              <a:t> : </a:t>
            </a:r>
            <a:r>
              <a:rPr lang="fr-FR" sz="12800">
                <a:solidFill>
                  <a:schemeClr val="lt1"/>
                </a:solidFill>
              </a:rPr>
              <a:t>Mandray ireo mety fanovana avy amin’ireo voakasika (aparitaka ilay liste)</a:t>
            </a:r>
            <a:endParaRPr>
              <a:solidFill>
                <a:schemeClr val="lt1"/>
              </a:solidFill>
            </a:endParaRPr>
          </a:p>
          <a:p>
            <a:pPr indent="0" lvl="0" marL="0" rtl="0" algn="l">
              <a:lnSpc>
                <a:spcPct val="100000"/>
              </a:lnSpc>
              <a:spcBef>
                <a:spcPts val="640"/>
              </a:spcBef>
              <a:spcAft>
                <a:spcPts val="0"/>
              </a:spcAft>
              <a:buClr>
                <a:schemeClr val="dk1"/>
              </a:buClr>
              <a:buSzPct val="100000"/>
              <a:buNone/>
            </a:pPr>
            <a:r>
              <a:t/>
            </a:r>
            <a:endParaRPr sz="12800">
              <a:solidFill>
                <a:schemeClr val="dk1"/>
              </a:solidFill>
            </a:endParaRPr>
          </a:p>
          <a:p>
            <a:pPr indent="0" lvl="0" marL="0" rtl="0" algn="l">
              <a:lnSpc>
                <a:spcPct val="100000"/>
              </a:lnSpc>
              <a:spcBef>
                <a:spcPts val="640"/>
              </a:spcBef>
              <a:spcAft>
                <a:spcPts val="0"/>
              </a:spcAft>
              <a:buClr>
                <a:schemeClr val="dk1"/>
              </a:buClr>
              <a:buSzPct val="100000"/>
              <a:buNone/>
            </a:pPr>
            <a:r>
              <a:t/>
            </a:r>
            <a:endParaRPr sz="12800">
              <a:solidFill>
                <a:schemeClr val="dk1"/>
              </a:solidFill>
            </a:endParaRPr>
          </a:p>
          <a:p>
            <a:pPr indent="0" lvl="0" marL="0" rtl="0" algn="l">
              <a:lnSpc>
                <a:spcPct val="100000"/>
              </a:lnSpc>
              <a:spcBef>
                <a:spcPts val="240"/>
              </a:spcBef>
              <a:spcAft>
                <a:spcPts val="0"/>
              </a:spcAft>
              <a:buClr>
                <a:schemeClr val="dk1"/>
              </a:buClr>
              <a:buSzPct val="100000"/>
              <a:buNone/>
            </a:pPr>
            <a:r>
              <a:t/>
            </a:r>
            <a:endParaRPr sz="4800">
              <a:solidFill>
                <a:schemeClr val="dk1"/>
              </a:solidFill>
            </a:endParaRPr>
          </a:p>
          <a:p>
            <a:pPr indent="0" lvl="0" marL="0" rtl="0" algn="l">
              <a:lnSpc>
                <a:spcPct val="100000"/>
              </a:lnSpc>
              <a:spcBef>
                <a:spcPts val="160"/>
              </a:spcBef>
              <a:spcAft>
                <a:spcPts val="0"/>
              </a:spcAft>
              <a:buClr>
                <a:schemeClr val="dk1"/>
              </a:buClr>
              <a:buSzPct val="100000"/>
              <a:buNone/>
            </a:pPr>
            <a:r>
              <a:t/>
            </a:r>
            <a:endParaRPr b="1" sz="3200">
              <a:solidFill>
                <a:srgbClr val="FF0000"/>
              </a:solidFill>
            </a:endParaRPr>
          </a:p>
          <a:p>
            <a:pPr indent="0" lvl="0" marL="0" rtl="0" algn="l">
              <a:lnSpc>
                <a:spcPct val="100000"/>
              </a:lnSpc>
              <a:spcBef>
                <a:spcPts val="160"/>
              </a:spcBef>
              <a:spcAft>
                <a:spcPts val="0"/>
              </a:spcAft>
              <a:buClr>
                <a:schemeClr val="lt1"/>
              </a:buClr>
              <a:buSzPct val="100000"/>
              <a:buNone/>
            </a:pPr>
            <a:r>
              <a:rPr lang="fr-FR" sz="3200">
                <a:solidFill>
                  <a:schemeClr val="lt1"/>
                </a:solidFill>
              </a:rPr>
              <a:t>évaluation dossier (CE na AE</a:t>
            </a:r>
            <a:endParaRPr b="1" sz="3200">
              <a:solidFill>
                <a:srgbClr val="FF0000"/>
              </a:solidFill>
            </a:endParaRPr>
          </a:p>
          <a:p>
            <a:pPr indent="0" lvl="0" marL="0" rtl="0" algn="l">
              <a:lnSpc>
                <a:spcPct val="100000"/>
              </a:lnSpc>
              <a:spcBef>
                <a:spcPts val="160"/>
              </a:spcBef>
              <a:spcAft>
                <a:spcPts val="0"/>
              </a:spcAft>
              <a:buClr>
                <a:schemeClr val="dk1"/>
              </a:buClr>
              <a:buSzPct val="100000"/>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160"/>
              </a:spcBef>
              <a:spcAft>
                <a:spcPts val="0"/>
              </a:spcAft>
              <a:buClr>
                <a:schemeClr val="dk1"/>
              </a:buClr>
              <a:buSzPct val="100000"/>
              <a:buNone/>
            </a:pPr>
            <a:r>
              <a:t/>
            </a:r>
            <a:endParaRPr b="1" sz="3200">
              <a:solidFill>
                <a:srgbClr val="FF0000"/>
              </a:solidFill>
            </a:endParaRPr>
          </a:p>
          <a:p>
            <a:pPr indent="-406400" lvl="0" marL="457200" rtl="0" algn="l">
              <a:lnSpc>
                <a:spcPct val="100000"/>
              </a:lnSpc>
              <a:spcBef>
                <a:spcPts val="160"/>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160"/>
              </a:spcBef>
              <a:spcAft>
                <a:spcPts val="0"/>
              </a:spcAft>
              <a:buClr>
                <a:schemeClr val="dk1"/>
              </a:buClr>
              <a:buSzPct val="100000"/>
              <a:buNone/>
            </a:pPr>
            <a:r>
              <a:t/>
            </a:r>
            <a:endParaRPr sz="3200">
              <a:solidFill>
                <a:schemeClr val="dk1"/>
              </a:solidFill>
            </a:endParaRPr>
          </a:p>
          <a:p>
            <a:pPr indent="0" lvl="0" marL="0" rtl="0" algn="l">
              <a:lnSpc>
                <a:spcPct val="100000"/>
              </a:lnSpc>
              <a:spcBef>
                <a:spcPts val="150"/>
              </a:spcBef>
              <a:spcAft>
                <a:spcPts val="0"/>
              </a:spcAft>
              <a:buClr>
                <a:schemeClr val="dk1"/>
              </a:buClr>
              <a:buSzPct val="100000"/>
              <a:buNone/>
            </a:pPr>
            <a:r>
              <a:t/>
            </a:r>
            <a:endParaRPr>
              <a:solidFill>
                <a:srgbClr val="FF0000"/>
              </a:solidFill>
            </a:endParaRPr>
          </a:p>
          <a:p>
            <a:pPr indent="0" lvl="0" marL="0" rtl="0" algn="l">
              <a:lnSpc>
                <a:spcPct val="100000"/>
              </a:lnSpc>
              <a:spcBef>
                <a:spcPts val="150"/>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30"/>
          <p:cNvSpPr txBox="1"/>
          <p:nvPr>
            <p:ph type="ctrTitle"/>
          </p:nvPr>
        </p:nvSpPr>
        <p:spPr>
          <a:xfrm>
            <a:off x="1116215" y="126380"/>
            <a:ext cx="10123391" cy="1296144"/>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2"/>
              </a:buClr>
              <a:buSzPct val="100000"/>
              <a:buFont typeface="Calibri"/>
              <a:buNone/>
            </a:pPr>
            <a:r>
              <a:rPr b="1" lang="fr-FR" sz="4800">
                <a:solidFill>
                  <a:schemeClr val="lt1"/>
                </a:solidFill>
              </a:rPr>
              <a:t>DINGANA ARAHINA REHEFA HANAO PAIEMENT</a:t>
            </a:r>
            <a:endParaRPr sz="4800">
              <a:solidFill>
                <a:schemeClr val="lt1"/>
              </a:solidFill>
            </a:endParaRPr>
          </a:p>
        </p:txBody>
      </p:sp>
      <p:sp>
        <p:nvSpPr>
          <p:cNvPr id="289" name="Google Shape;289;p30"/>
          <p:cNvSpPr txBox="1"/>
          <p:nvPr>
            <p:ph idx="1" type="subTitle"/>
          </p:nvPr>
        </p:nvSpPr>
        <p:spPr>
          <a:xfrm>
            <a:off x="1" y="1494533"/>
            <a:ext cx="12601574" cy="5526980"/>
          </a:xfrm>
          <a:prstGeom prst="rect">
            <a:avLst/>
          </a:prstGeom>
          <a:noFill/>
          <a:ln>
            <a:noFill/>
          </a:ln>
        </p:spPr>
        <p:txBody>
          <a:bodyPr anchorCtr="0" anchor="t" bIns="42775" lIns="85575" spcFirstLastPara="1" rIns="85575" wrap="square" tIns="42775">
            <a:normAutofit fontScale="70000" lnSpcReduction="20000"/>
          </a:bodyPr>
          <a:lstStyle/>
          <a:p>
            <a:pPr indent="0" lvl="0" marL="0" rtl="0" algn="l">
              <a:lnSpc>
                <a:spcPct val="100000"/>
              </a:lnSpc>
              <a:spcBef>
                <a:spcPts val="0"/>
              </a:spcBef>
              <a:spcAft>
                <a:spcPts val="0"/>
              </a:spcAft>
              <a:buClr>
                <a:schemeClr val="dk1"/>
              </a:buClr>
              <a:buSzPct val="100000"/>
              <a:buNone/>
            </a:pPr>
            <a:r>
              <a:rPr b="1" lang="fr-FR" sz="5200">
                <a:solidFill>
                  <a:schemeClr val="lt1"/>
                </a:solidFill>
                <a:latin typeface="Calibri"/>
                <a:ea typeface="Calibri"/>
                <a:cs typeface="Calibri"/>
                <a:sym typeface="Calibri"/>
              </a:rPr>
              <a:t>DINGANA FAHATELO : </a:t>
            </a:r>
            <a:r>
              <a:rPr lang="fr-FR" sz="5200">
                <a:solidFill>
                  <a:schemeClr val="lt1"/>
                </a:solidFill>
              </a:rPr>
              <a:t>Fandefasana ny lisitra mankany amin’ny UGP miaraka amin’ny scan pièces justificatives.</a:t>
            </a:r>
            <a:endParaRPr>
              <a:solidFill>
                <a:schemeClr val="lt1"/>
              </a:solidFill>
            </a:endParaRPr>
          </a:p>
          <a:p>
            <a:pPr indent="0" lvl="0" marL="0" rtl="0" algn="l">
              <a:lnSpc>
                <a:spcPct val="100000"/>
              </a:lnSpc>
              <a:spcBef>
                <a:spcPts val="546"/>
              </a:spcBef>
              <a:spcAft>
                <a:spcPts val="0"/>
              </a:spcAft>
              <a:buClr>
                <a:schemeClr val="dk1"/>
              </a:buClr>
              <a:buSzPct val="100000"/>
              <a:buNone/>
            </a:pPr>
            <a:r>
              <a:t/>
            </a:r>
            <a:endParaRPr sz="3900">
              <a:solidFill>
                <a:schemeClr val="lt1"/>
              </a:solidFill>
            </a:endParaRPr>
          </a:p>
          <a:p>
            <a:pPr indent="0" lvl="0" marL="0" rtl="0" algn="l">
              <a:lnSpc>
                <a:spcPct val="100000"/>
              </a:lnSpc>
              <a:spcBef>
                <a:spcPts val="798"/>
              </a:spcBef>
              <a:spcAft>
                <a:spcPts val="0"/>
              </a:spcAft>
              <a:buClr>
                <a:schemeClr val="dk1"/>
              </a:buClr>
              <a:buSzPct val="100000"/>
              <a:buNone/>
            </a:pPr>
            <a:r>
              <a:rPr b="1" lang="fr-FR" sz="5700">
                <a:solidFill>
                  <a:schemeClr val="lt1"/>
                </a:solidFill>
              </a:rPr>
              <a:t>NB:</a:t>
            </a:r>
            <a:endParaRPr>
              <a:solidFill>
                <a:schemeClr val="lt1"/>
              </a:solidFill>
            </a:endParaRPr>
          </a:p>
          <a:p>
            <a:pPr indent="-685800" lvl="0" marL="685800" rtl="0" algn="l">
              <a:lnSpc>
                <a:spcPct val="100000"/>
              </a:lnSpc>
              <a:spcBef>
                <a:spcPts val="644"/>
              </a:spcBef>
              <a:spcAft>
                <a:spcPts val="0"/>
              </a:spcAft>
              <a:buClr>
                <a:schemeClr val="lt1"/>
              </a:buClr>
              <a:buSzPct val="100000"/>
              <a:buFont typeface="Noto Sans Symbols"/>
              <a:buChar char="⮚"/>
            </a:pPr>
            <a:r>
              <a:rPr b="1" lang="fr-FR" sz="4600">
                <a:solidFill>
                  <a:schemeClr val="lt1"/>
                </a:solidFill>
              </a:rPr>
              <a:t>ATAO SCAN NY PIECES JUSTIFICATIVES</a:t>
            </a:r>
            <a:endParaRPr>
              <a:solidFill>
                <a:schemeClr val="lt1"/>
              </a:solidFill>
            </a:endParaRPr>
          </a:p>
          <a:p>
            <a:pPr indent="-685800" lvl="0" marL="685800" rtl="0" algn="l">
              <a:lnSpc>
                <a:spcPct val="100000"/>
              </a:lnSpc>
              <a:spcBef>
                <a:spcPts val="644"/>
              </a:spcBef>
              <a:spcAft>
                <a:spcPts val="0"/>
              </a:spcAft>
              <a:buClr>
                <a:schemeClr val="lt1"/>
              </a:buClr>
              <a:buSzPct val="100000"/>
              <a:buFont typeface="Noto Sans Symbols"/>
              <a:buChar char="⮚"/>
            </a:pPr>
            <a:r>
              <a:rPr b="1" lang="fr-FR" sz="4600">
                <a:solidFill>
                  <a:schemeClr val="lt1"/>
                </a:solidFill>
              </a:rPr>
              <a:t> ATAO ANARAN’ILAY VOAKASIKA NA NY KAOMININA RAHA MAROMARO NY OLONA ANATIN’ILAY PIECES (ohatra : Fiche de présence fiofanana)</a:t>
            </a:r>
            <a:endParaRPr>
              <a:solidFill>
                <a:schemeClr val="lt1"/>
              </a:solidFill>
            </a:endParaRPr>
          </a:p>
          <a:p>
            <a:pPr indent="0" lvl="0" marL="0" rtl="0" algn="l">
              <a:lnSpc>
                <a:spcPct val="100000"/>
              </a:lnSpc>
              <a:spcBef>
                <a:spcPts val="728"/>
              </a:spcBef>
              <a:spcAft>
                <a:spcPts val="0"/>
              </a:spcAft>
              <a:buClr>
                <a:schemeClr val="dk1"/>
              </a:buClr>
              <a:buSzPct val="100000"/>
              <a:buNone/>
            </a:pPr>
            <a:r>
              <a:t/>
            </a:r>
            <a:endParaRPr sz="5200">
              <a:solidFill>
                <a:schemeClr val="lt1"/>
              </a:solidFill>
            </a:endParaRPr>
          </a:p>
          <a:p>
            <a:pPr indent="0" lvl="0" marL="0" rtl="0" algn="l">
              <a:lnSpc>
                <a:spcPct val="100000"/>
              </a:lnSpc>
              <a:spcBef>
                <a:spcPts val="672"/>
              </a:spcBef>
              <a:spcAft>
                <a:spcPts val="0"/>
              </a:spcAft>
              <a:buClr>
                <a:schemeClr val="dk1"/>
              </a:buClr>
              <a:buSzPct val="100000"/>
              <a:buNone/>
            </a:pPr>
            <a:r>
              <a:t/>
            </a:r>
            <a:endParaRPr sz="4800">
              <a:solidFill>
                <a:schemeClr val="lt1"/>
              </a:solidFill>
            </a:endParaRPr>
          </a:p>
          <a:p>
            <a:pPr indent="0" lvl="0" marL="0" rtl="0" algn="l">
              <a:lnSpc>
                <a:spcPct val="100000"/>
              </a:lnSpc>
              <a:spcBef>
                <a:spcPts val="448"/>
              </a:spcBef>
              <a:spcAft>
                <a:spcPts val="0"/>
              </a:spcAft>
              <a:buClr>
                <a:schemeClr val="dk1"/>
              </a:buClr>
              <a:buSzPct val="100000"/>
              <a:buNone/>
            </a:pPr>
            <a:r>
              <a:t/>
            </a:r>
            <a:endParaRPr b="1" sz="3200">
              <a:solidFill>
                <a:schemeClr val="lt1"/>
              </a:solidFill>
            </a:endParaRPr>
          </a:p>
          <a:p>
            <a:pPr indent="0" lvl="0" marL="0" rtl="0" algn="l">
              <a:lnSpc>
                <a:spcPct val="100000"/>
              </a:lnSpc>
              <a:spcBef>
                <a:spcPts val="448"/>
              </a:spcBef>
              <a:spcAft>
                <a:spcPts val="0"/>
              </a:spcAft>
              <a:buClr>
                <a:schemeClr val="lt1"/>
              </a:buClr>
              <a:buSzPct val="100000"/>
              <a:buNone/>
            </a:pPr>
            <a:r>
              <a:rPr lang="fr-FR" sz="3200">
                <a:solidFill>
                  <a:schemeClr val="lt1"/>
                </a:solidFill>
              </a:rPr>
              <a:t>évaluation dossier (CE na AE</a:t>
            </a:r>
            <a:endParaRPr b="1" sz="3200">
              <a:solidFill>
                <a:schemeClr val="lt1"/>
              </a:solidFill>
            </a:endParaRPr>
          </a:p>
          <a:p>
            <a:pPr indent="0" lvl="0" marL="0" rtl="0" algn="l">
              <a:lnSpc>
                <a:spcPct val="100000"/>
              </a:lnSpc>
              <a:spcBef>
                <a:spcPts val="448"/>
              </a:spcBef>
              <a:spcAft>
                <a:spcPts val="0"/>
              </a:spcAft>
              <a:buClr>
                <a:schemeClr val="dk1"/>
              </a:buClr>
              <a:buSzPct val="100000"/>
              <a:buNone/>
            </a:pPr>
            <a:r>
              <a:t/>
            </a:r>
            <a:endParaRPr b="1" sz="3200">
              <a:solidFill>
                <a:srgbClr val="FF0000"/>
              </a:solidFill>
            </a:endParaRPr>
          </a:p>
          <a:p>
            <a:pPr indent="-314960" lvl="0" marL="457200" rtl="0" algn="l">
              <a:lnSpc>
                <a:spcPct val="100000"/>
              </a:lnSpc>
              <a:spcBef>
                <a:spcPts val="448"/>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448"/>
              </a:spcBef>
              <a:spcAft>
                <a:spcPts val="0"/>
              </a:spcAft>
              <a:buClr>
                <a:schemeClr val="dk1"/>
              </a:buClr>
              <a:buSzPct val="100000"/>
              <a:buNone/>
            </a:pPr>
            <a:r>
              <a:t/>
            </a:r>
            <a:endParaRPr b="1" sz="3200">
              <a:solidFill>
                <a:srgbClr val="FF0000"/>
              </a:solidFill>
            </a:endParaRPr>
          </a:p>
          <a:p>
            <a:pPr indent="-314960" lvl="0" marL="457200" rtl="0" algn="l">
              <a:lnSpc>
                <a:spcPct val="100000"/>
              </a:lnSpc>
              <a:spcBef>
                <a:spcPts val="448"/>
              </a:spcBef>
              <a:spcAft>
                <a:spcPts val="0"/>
              </a:spcAft>
              <a:buClr>
                <a:schemeClr val="dk1"/>
              </a:buClr>
              <a:buSzPct val="100000"/>
              <a:buFont typeface="Noto Sans Symbols"/>
              <a:buNone/>
            </a:pPr>
            <a:r>
              <a:t/>
            </a:r>
            <a:endParaRPr b="1" sz="3200">
              <a:solidFill>
                <a:srgbClr val="FF0000"/>
              </a:solidFill>
            </a:endParaRPr>
          </a:p>
          <a:p>
            <a:pPr indent="0" lvl="0" marL="0" rtl="0" algn="l">
              <a:lnSpc>
                <a:spcPct val="100000"/>
              </a:lnSpc>
              <a:spcBef>
                <a:spcPts val="448"/>
              </a:spcBef>
              <a:spcAft>
                <a:spcPts val="0"/>
              </a:spcAft>
              <a:buClr>
                <a:schemeClr val="dk1"/>
              </a:buClr>
              <a:buSzPct val="100000"/>
              <a:buNone/>
            </a:pPr>
            <a:r>
              <a:t/>
            </a:r>
            <a:endParaRPr sz="3200">
              <a:solidFill>
                <a:schemeClr val="dk1"/>
              </a:solidFill>
            </a:endParaRPr>
          </a:p>
          <a:p>
            <a:pPr indent="0" lvl="0" marL="0" rtl="0" algn="l">
              <a:lnSpc>
                <a:spcPct val="100000"/>
              </a:lnSpc>
              <a:spcBef>
                <a:spcPts val="420"/>
              </a:spcBef>
              <a:spcAft>
                <a:spcPts val="0"/>
              </a:spcAft>
              <a:buClr>
                <a:schemeClr val="dk1"/>
              </a:buClr>
              <a:buSzPct val="100000"/>
              <a:buNone/>
            </a:pPr>
            <a:r>
              <a:t/>
            </a:r>
            <a:endParaRPr>
              <a:solidFill>
                <a:srgbClr val="FF0000"/>
              </a:solidFill>
            </a:endParaRPr>
          </a:p>
          <a:p>
            <a:pPr indent="0" lvl="0" marL="0" rtl="0" algn="l">
              <a:lnSpc>
                <a:spcPct val="100000"/>
              </a:lnSpc>
              <a:spcBef>
                <a:spcPts val="420"/>
              </a:spcBef>
              <a:spcAft>
                <a:spcPts val="0"/>
              </a:spcAft>
              <a:buClr>
                <a:schemeClr val="dk1"/>
              </a:buClr>
              <a:buSzPct val="100000"/>
              <a:buNone/>
            </a:pPr>
            <a:r>
              <a:t/>
            </a:r>
            <a:endParaRPr>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4" name="Shape 294"/>
        <p:cNvGrpSpPr/>
        <p:nvPr/>
      </p:nvGrpSpPr>
      <p:grpSpPr>
        <a:xfrm>
          <a:off x="0" y="0"/>
          <a:ext cx="0" cy="0"/>
          <a:chOff x="0" y="0"/>
          <a:chExt cx="0" cy="0"/>
        </a:xfrm>
      </p:grpSpPr>
      <p:sp>
        <p:nvSpPr>
          <p:cNvPr id="295" name="Google Shape;295;p31"/>
          <p:cNvSpPr txBox="1"/>
          <p:nvPr/>
        </p:nvSpPr>
        <p:spPr>
          <a:xfrm>
            <a:off x="406623" y="1245981"/>
            <a:ext cx="11165581" cy="2142781"/>
          </a:xfrm>
          <a:prstGeom prst="rect">
            <a:avLst/>
          </a:prstGeom>
          <a:noFill/>
          <a:ln>
            <a:noFill/>
          </a:ln>
        </p:spPr>
        <p:txBody>
          <a:bodyPr anchorCtr="0" anchor="t" bIns="45700" lIns="91425" spcFirstLastPara="1" rIns="91425" wrap="square" tIns="45700">
            <a:spAutoFit/>
          </a:bodyPr>
          <a:lstStyle/>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p:txBody>
      </p:sp>
      <p:graphicFrame>
        <p:nvGraphicFramePr>
          <p:cNvPr id="296" name="Google Shape;296;p31"/>
          <p:cNvGraphicFramePr/>
          <p:nvPr/>
        </p:nvGraphicFramePr>
        <p:xfrm>
          <a:off x="252115" y="702444"/>
          <a:ext cx="3000000" cy="3000000"/>
        </p:xfrm>
        <a:graphic>
          <a:graphicData uri="http://schemas.openxmlformats.org/drawingml/2006/table">
            <a:tbl>
              <a:tblPr>
                <a:noFill/>
                <a:tableStyleId>{7A7804AC-F895-483D-B695-59FD33E2FC94}</a:tableStyleId>
              </a:tblPr>
              <a:tblGrid>
                <a:gridCol w="8356525"/>
                <a:gridCol w="1186950"/>
                <a:gridCol w="850050"/>
                <a:gridCol w="1598025"/>
              </a:tblGrid>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Libellés</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700"/>
                        <a:buFont typeface="Calibri"/>
                        <a:buNone/>
                      </a:pPr>
                      <a:r>
                        <a:rPr lang="fr-FR" sz="1700" u="none" cap="none" strike="noStrike"/>
                        <a:t>Durée</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Unité</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Montant/unité</a:t>
                      </a:r>
                      <a:endParaRPr sz="1700" u="none" cap="none" strike="noStrike"/>
                    </a:p>
                  </a:txBody>
                  <a:tcPr marT="46825" marB="46825" marR="94525" marL="94525"/>
                </a:tc>
              </a:tr>
              <a:tr h="38977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Indemnité des membres du comité d'évaluation des dossiers des CE </a:t>
                      </a:r>
                      <a:r>
                        <a:rPr lang="fr-FR" sz="1800" u="none" cap="none" strike="noStrike">
                          <a:solidFill>
                            <a:schemeClr val="dk1"/>
                          </a:solidFill>
                        </a:rPr>
                        <a:t>pour 3 personnes</a:t>
                      </a:r>
                      <a:endParaRPr sz="1700" u="none" cap="none" strike="noStrike">
                        <a:solidFill>
                          <a:srgbClr val="FF0000"/>
                        </a:solidFill>
                      </a:endParaRPr>
                    </a:p>
                  </a:txBody>
                  <a:tcPr marT="46825" marB="46825" marR="94525" marL="94525">
                    <a:solidFill>
                      <a:srgbClr val="C2D59B"/>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7</a:t>
                      </a:r>
                      <a:endParaRPr sz="1700" u="none" cap="none" strike="noStrike"/>
                    </a:p>
                  </a:txBody>
                  <a:tcPr marT="46825" marB="46825" marR="94525" marL="94525">
                    <a:solidFill>
                      <a:srgbClr val="C2D59B"/>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C2D59B"/>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37 500</a:t>
                      </a:r>
                      <a:endParaRPr sz="1700" u="none" cap="none" strike="noStrike"/>
                    </a:p>
                  </a:txBody>
                  <a:tcPr marT="46825" marB="46825" marR="94525" marL="94525">
                    <a:solidFill>
                      <a:srgbClr val="C2D59B"/>
                    </a:solidFill>
                  </a:tcPr>
                </a:tc>
              </a:tr>
              <a:tr h="374500">
                <a:tc>
                  <a:txBody>
                    <a:bodyPr/>
                    <a:lstStyle/>
                    <a:p>
                      <a:pPr indent="0" lvl="0" marL="0" marR="0" rtl="0" algn="l">
                        <a:lnSpc>
                          <a:spcPct val="100000"/>
                        </a:lnSpc>
                        <a:spcBef>
                          <a:spcPts val="0"/>
                        </a:spcBef>
                        <a:spcAft>
                          <a:spcPts val="0"/>
                        </a:spcAft>
                        <a:buClr>
                          <a:schemeClr val="dk1"/>
                        </a:buClr>
                        <a:buSzPts val="1800"/>
                        <a:buFont typeface="Calibri"/>
                        <a:buNone/>
                      </a:pPr>
                      <a:r>
                        <a:rPr b="1" lang="fr-FR" sz="1800" u="none" cap="none" strike="noStrike"/>
                        <a:t>Location des salles au niveau district (Salle, sono, projecteur, groupe)</a:t>
                      </a:r>
                      <a:endParaRPr b="1" sz="1800" u="none" cap="none" strike="noStrike"/>
                    </a:p>
                  </a:txBody>
                  <a:tcPr marT="46825" marB="46825" marR="94525" marL="94525"/>
                </a:tc>
                <a:tc>
                  <a:txBody>
                    <a:bodyPr/>
                    <a:lstStyle/>
                    <a:p>
                      <a:pPr indent="0" lvl="0" marL="0" marR="0" rtl="0" algn="ctr">
                        <a:lnSpc>
                          <a:spcPct val="100000"/>
                        </a:lnSpc>
                        <a:spcBef>
                          <a:spcPts val="0"/>
                        </a:spcBef>
                        <a:spcAft>
                          <a:spcPts val="0"/>
                        </a:spcAft>
                        <a:buClr>
                          <a:schemeClr val="dk1"/>
                        </a:buClr>
                        <a:buSzPts val="1700"/>
                        <a:buFont typeface="Calibri"/>
                        <a:buNone/>
                      </a:pPr>
                      <a:r>
                        <a:rPr b="1" lang="fr-FR" sz="1700" u="none" cap="none" strike="noStrike"/>
                        <a:t>6</a:t>
                      </a:r>
                      <a:endParaRPr b="1" sz="1700" u="none" cap="none" strike="noStrike"/>
                    </a:p>
                  </a:txBody>
                  <a:tcPr marT="46825" marB="46825" marR="94525" marL="94525"/>
                </a:tc>
                <a:tc>
                  <a:txBody>
                    <a:bodyPr/>
                    <a:lstStyle/>
                    <a:p>
                      <a:pPr indent="0" lvl="0" marL="0" marR="0" rtl="0" algn="ctr">
                        <a:lnSpc>
                          <a:spcPct val="100000"/>
                        </a:lnSpc>
                        <a:spcBef>
                          <a:spcPts val="0"/>
                        </a:spcBef>
                        <a:spcAft>
                          <a:spcPts val="0"/>
                        </a:spcAft>
                        <a:buClr>
                          <a:schemeClr val="dk1"/>
                        </a:buClr>
                        <a:buSzPts val="1800"/>
                        <a:buFont typeface="Calibri"/>
                        <a:buNone/>
                      </a:pPr>
                      <a:r>
                        <a:rPr b="1" lang="fr-FR" sz="1800" u="none" cap="none" strike="noStrike"/>
                        <a:t>j</a:t>
                      </a:r>
                      <a:endParaRPr b="1" sz="1700" u="none" cap="none" strike="noStrike"/>
                    </a:p>
                  </a:txBody>
                  <a:tcPr marT="46825" marB="46825" marR="94525" marL="94525"/>
                </a:tc>
                <a:tc>
                  <a:txBody>
                    <a:bodyPr/>
                    <a:lstStyle/>
                    <a:p>
                      <a:pPr indent="0" lvl="0" marL="0" marR="0" rtl="0" algn="r">
                        <a:lnSpc>
                          <a:spcPct val="100000"/>
                        </a:lnSpc>
                        <a:spcBef>
                          <a:spcPts val="0"/>
                        </a:spcBef>
                        <a:spcAft>
                          <a:spcPts val="0"/>
                        </a:spcAft>
                        <a:buClr>
                          <a:schemeClr val="dk1"/>
                        </a:buClr>
                        <a:buSzPts val="1800"/>
                        <a:buFont typeface="Calibri"/>
                        <a:buNone/>
                      </a:pPr>
                      <a:r>
                        <a:rPr b="1" lang="fr-FR" sz="1800" u="none" cap="none" strike="noStrike"/>
                        <a:t>100 000</a:t>
                      </a:r>
                      <a:endParaRPr b="1" sz="1700" u="none" cap="none" strike="noStrike"/>
                    </a:p>
                  </a:txBody>
                  <a:tcPr marT="46825" marB="46825" marR="94525" marL="94525"/>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Indemnités des chefs d'équipe pendant la formation</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10 000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DATA pendant la formation des Chefs d'équipe</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Indemnité des chefs d'équipe</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36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45 000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DATA des chefs d'équipe pendant la formation AE</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Indemnité tablette des chefs d'équipe</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36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15 000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Crédit de communication pour les CE</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fft</a:t>
                      </a:r>
                      <a:endParaRPr sz="18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30 000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Data pour les CE pendant la collecte</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36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3 000</a:t>
                      </a:r>
                      <a:endParaRPr sz="1700" u="none" cap="none" strike="noStrike"/>
                    </a:p>
                  </a:txBody>
                  <a:tcPr marT="46825" marB="46825" marR="94525" marL="94525">
                    <a:solidFill>
                      <a:srgbClr val="FFFF00"/>
                    </a:solidFill>
                  </a:tcPr>
                </a:tc>
              </a:tr>
              <a:tr h="655350">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Frais de déplacement des chefs d'équipe vers les communes d'intervention (aller-retour)</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fft</a:t>
                      </a:r>
                      <a:endParaRPr sz="18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70 000</a:t>
                      </a:r>
                      <a:endParaRPr sz="1700" u="none" cap="none" strike="noStrike"/>
                    </a:p>
                  </a:txBody>
                  <a:tcPr marT="46825" marB="46825" marR="94525" marL="94525">
                    <a:solidFill>
                      <a:srgbClr val="FFFF00"/>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700" u="none" cap="none" strike="noStrike"/>
                        <a:t>Indemnité des membres du comité d'évaluation des dossiers des AE pour 4 personnes.</a:t>
                      </a:r>
                      <a:endParaRPr sz="1700" u="none" cap="none" strike="noStrike"/>
                    </a:p>
                  </a:txBody>
                  <a:tcPr marT="46825" marB="46825" marR="94525" marL="94525">
                    <a:solidFill>
                      <a:srgbClr val="D99593"/>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10</a:t>
                      </a:r>
                      <a:endParaRPr sz="1700" u="none" cap="none" strike="noStrike"/>
                    </a:p>
                  </a:txBody>
                  <a:tcPr marT="46825" marB="46825" marR="94525" marL="94525">
                    <a:solidFill>
                      <a:srgbClr val="D99593"/>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j</a:t>
                      </a:r>
                      <a:endParaRPr sz="1700" u="none" cap="none" strike="noStrike"/>
                    </a:p>
                  </a:txBody>
                  <a:tcPr marT="46825" marB="46825" marR="94525" marL="94525">
                    <a:solidFill>
                      <a:srgbClr val="D99593"/>
                    </a:solidFill>
                  </a:tcPr>
                </a:tc>
                <a:tc>
                  <a:txBody>
                    <a:bodyPr/>
                    <a:lstStyle/>
                    <a:p>
                      <a:pPr indent="0" lvl="0" marL="0" marR="0" rtl="0" algn="r">
                        <a:lnSpc>
                          <a:spcPct val="100000"/>
                        </a:lnSpc>
                        <a:spcBef>
                          <a:spcPts val="0"/>
                        </a:spcBef>
                        <a:spcAft>
                          <a:spcPts val="0"/>
                        </a:spcAft>
                        <a:buClr>
                          <a:schemeClr val="dk1"/>
                        </a:buClr>
                        <a:buSzPts val="1700"/>
                        <a:buFont typeface="Calibri"/>
                        <a:buNone/>
                      </a:pPr>
                      <a:r>
                        <a:rPr lang="fr-FR" sz="1700" u="none" cap="none" strike="noStrike"/>
                        <a:t>37 500</a:t>
                      </a:r>
                      <a:endParaRPr sz="1700" u="none" cap="none" strike="noStrike"/>
                    </a:p>
                  </a:txBody>
                  <a:tcPr marT="46825" marB="46825" marR="94525" marL="94525">
                    <a:solidFill>
                      <a:srgbClr val="D99593"/>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b="1" lang="fr-FR" sz="1800" u="none" cap="none" strike="noStrike"/>
                        <a:t>Location des salles au niveau commune</a:t>
                      </a:r>
                      <a:endParaRPr b="1" sz="1700" u="none" cap="none" strike="noStrike"/>
                    </a:p>
                  </a:txBody>
                  <a:tcPr marT="46825" marB="46825" marR="94525" marL="94525">
                    <a:solidFill>
                      <a:srgbClr val="C2D59B"/>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b="1" lang="fr-FR" sz="1700" u="none" cap="none" strike="noStrike"/>
                        <a:t>6</a:t>
                      </a:r>
                      <a:endParaRPr b="1" sz="1700" u="none" cap="none" strike="noStrike"/>
                    </a:p>
                  </a:txBody>
                  <a:tcPr marT="46825" marB="46825" marR="94525" marL="94525">
                    <a:solidFill>
                      <a:srgbClr val="C2D59B"/>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b="1" lang="fr-FR" sz="1800" u="none" cap="none" strike="noStrike"/>
                        <a:t>j</a:t>
                      </a:r>
                      <a:endParaRPr b="1" sz="1700" u="none" cap="none" strike="noStrike"/>
                    </a:p>
                  </a:txBody>
                  <a:tcPr marT="46825" marB="46825" marR="94525" marL="94525">
                    <a:solidFill>
                      <a:srgbClr val="C2D59B"/>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b="1" lang="fr-FR" sz="1800" u="none" cap="none" strike="noStrike"/>
                        <a:t>100 000</a:t>
                      </a:r>
                      <a:endParaRPr b="1" sz="1700" u="none" cap="none" strike="noStrike"/>
                    </a:p>
                  </a:txBody>
                  <a:tcPr marT="46825" marB="46825" marR="94525" marL="94525">
                    <a:solidFill>
                      <a:srgbClr val="C2D59B"/>
                    </a:solidFill>
                  </a:tcPr>
                </a:tc>
              </a:tr>
              <a:tr h="3954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Indemnités de formation des AE pendant la formation</a:t>
                      </a:r>
                      <a:endParaRPr sz="1700" u="none" cap="none" strike="noStrike"/>
                    </a:p>
                  </a:txBody>
                  <a:tcPr marT="46825" marB="46825" marR="94525" marL="94525">
                    <a:solidFill>
                      <a:srgbClr val="D99593"/>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D99593"/>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D99593"/>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10 000</a:t>
                      </a:r>
                      <a:endParaRPr sz="1700" u="none" cap="none" strike="noStrike"/>
                    </a:p>
                  </a:txBody>
                  <a:tcPr marT="46825" marB="46825" marR="94525" marL="94525">
                    <a:solidFill>
                      <a:srgbClr val="D99593"/>
                    </a:solidFill>
                  </a:tcPr>
                </a:tc>
              </a:tr>
              <a:tr h="43417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DATA pendant la formation des AE</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1 000</a:t>
                      </a:r>
                      <a:endParaRPr sz="1700" u="none" cap="none" strike="noStrike"/>
                    </a:p>
                  </a:txBody>
                  <a:tcPr marT="46825" marB="46825" marR="94525" marL="94525">
                    <a:solidFill>
                      <a:srgbClr val="FFFF00"/>
                    </a:solidFill>
                  </a:tcPr>
                </a:tc>
              </a:tr>
            </a:tbl>
          </a:graphicData>
        </a:graphic>
      </p:graphicFrame>
      <p:sp>
        <p:nvSpPr>
          <p:cNvPr id="297" name="Google Shape;297;p31"/>
          <p:cNvSpPr txBox="1"/>
          <p:nvPr/>
        </p:nvSpPr>
        <p:spPr>
          <a:xfrm>
            <a:off x="2412355" y="85120"/>
            <a:ext cx="8352928" cy="584775"/>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fr-FR" sz="3200" u="none" cap="none" strike="noStrike">
                <a:solidFill>
                  <a:schemeClr val="lt1"/>
                </a:solidFill>
                <a:latin typeface="Calibri"/>
                <a:ea typeface="Calibri"/>
                <a:cs typeface="Calibri"/>
                <a:sym typeface="Calibri"/>
              </a:rPr>
              <a:t>KARAZANA VOLA KARAKARAINA</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2" name="Shape 302"/>
        <p:cNvGrpSpPr/>
        <p:nvPr/>
      </p:nvGrpSpPr>
      <p:grpSpPr>
        <a:xfrm>
          <a:off x="0" y="0"/>
          <a:ext cx="0" cy="0"/>
          <a:chOff x="0" y="0"/>
          <a:chExt cx="0" cy="0"/>
        </a:xfrm>
      </p:grpSpPr>
      <p:sp>
        <p:nvSpPr>
          <p:cNvPr id="303" name="Google Shape;303;p32"/>
          <p:cNvSpPr txBox="1"/>
          <p:nvPr/>
        </p:nvSpPr>
        <p:spPr>
          <a:xfrm>
            <a:off x="406623" y="1245979"/>
            <a:ext cx="11165581" cy="2142781"/>
          </a:xfrm>
          <a:prstGeom prst="rect">
            <a:avLst/>
          </a:prstGeom>
          <a:noFill/>
          <a:ln>
            <a:noFill/>
          </a:ln>
        </p:spPr>
        <p:txBody>
          <a:bodyPr anchorCtr="0" anchor="t" bIns="45700" lIns="91425" spcFirstLastPara="1" rIns="91425" wrap="square" tIns="45700">
            <a:spAutoFit/>
          </a:bodyPr>
          <a:lstStyle/>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a:p>
            <a:pPr indent="-406400" lvl="0" marL="571500" marR="0" rtl="0" algn="just">
              <a:lnSpc>
                <a:spcPct val="100000"/>
              </a:lnSpc>
              <a:spcBef>
                <a:spcPts val="0"/>
              </a:spcBef>
              <a:spcAft>
                <a:spcPts val="0"/>
              </a:spcAft>
              <a:buClr>
                <a:schemeClr val="dk1"/>
              </a:buClr>
              <a:buSzPts val="2600"/>
              <a:buFont typeface="Noto Sans Symbols"/>
              <a:buNone/>
            </a:pPr>
            <a:r>
              <a:t/>
            </a:r>
            <a:endParaRPr b="0" i="0" sz="2600" u="none" cap="none" strike="noStrike">
              <a:solidFill>
                <a:schemeClr val="dk1"/>
              </a:solidFill>
              <a:latin typeface="Calibri"/>
              <a:ea typeface="Calibri"/>
              <a:cs typeface="Calibri"/>
              <a:sym typeface="Calibri"/>
            </a:endParaRPr>
          </a:p>
        </p:txBody>
      </p:sp>
      <p:graphicFrame>
        <p:nvGraphicFramePr>
          <p:cNvPr id="304" name="Google Shape;304;p32"/>
          <p:cNvGraphicFramePr/>
          <p:nvPr/>
        </p:nvGraphicFramePr>
        <p:xfrm>
          <a:off x="162786" y="1245979"/>
          <a:ext cx="3000000" cy="3000000"/>
        </p:xfrm>
        <a:graphic>
          <a:graphicData uri="http://schemas.openxmlformats.org/drawingml/2006/table">
            <a:tbl>
              <a:tblPr>
                <a:noFill/>
                <a:tableStyleId>{7A7804AC-F895-483D-B695-59FD33E2FC94}</a:tableStyleId>
              </a:tblPr>
              <a:tblGrid>
                <a:gridCol w="8600075"/>
                <a:gridCol w="1055150"/>
                <a:gridCol w="860000"/>
                <a:gridCol w="1616750"/>
              </a:tblGrid>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Libellés</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700"/>
                        <a:buFont typeface="Calibri"/>
                        <a:buNone/>
                      </a:pPr>
                      <a:r>
                        <a:rPr lang="fr-FR" sz="1700" u="none" cap="none" strike="noStrike"/>
                        <a:t>Durée</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Unité</a:t>
                      </a:r>
                      <a:endParaRPr sz="1700" u="none" cap="none" strike="noStrike"/>
                    </a:p>
                  </a:txBody>
                  <a:tcPr marT="46825" marB="46825" marR="94525" marL="94525"/>
                </a:tc>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Montant/unité</a:t>
                      </a:r>
                      <a:endParaRPr sz="1700" u="none" cap="none" strike="noStrike"/>
                    </a:p>
                  </a:txBody>
                  <a:tcPr marT="46825" marB="46825" marR="94525" marL="94525"/>
                </a:tc>
              </a:tr>
              <a:tr h="534500">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DATA pendant la formation des AE</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6</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1 000</a:t>
                      </a:r>
                      <a:endParaRPr sz="1700" u="none" cap="none" strike="noStrike"/>
                    </a:p>
                  </a:txBody>
                  <a:tcPr marT="46825" marB="46825" marR="94525" marL="94525">
                    <a:solidFill>
                      <a:srgbClr val="FFFF00"/>
                    </a:solidFill>
                  </a:tcPr>
                </a:tc>
              </a:tr>
              <a:tr h="534500">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Frais de déploiement chefs d'équipe inter-fokontany </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23</a:t>
                      </a:r>
                      <a:endParaRPr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20 000</a:t>
                      </a:r>
                      <a:endParaRPr sz="1700" u="none" cap="none" strike="noStrike"/>
                    </a:p>
                  </a:txBody>
                  <a:tcPr marT="46825" marB="46825" marR="94525" marL="94525">
                    <a:solidFill>
                      <a:srgbClr val="FFFF00"/>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t>Petite Caisse: en cas de besoin</a:t>
                      </a:r>
                      <a:endParaRPr b="1" sz="18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t/>
                      </a:r>
                      <a:endParaRPr b="1" sz="1700" u="none" cap="none" strike="noStrike"/>
                    </a:p>
                  </a:txBody>
                  <a:tcPr marT="46825" marB="46825" marR="94525" marL="94525">
                    <a:solidFill>
                      <a:srgbClr val="FFFF00"/>
                    </a:solidFill>
                  </a:tcPr>
                </a:tc>
                <a:tc>
                  <a:txBody>
                    <a:bodyPr/>
                    <a:lstStyle/>
                    <a:p>
                      <a:pPr indent="0" lvl="0" marL="0" marR="0" rtl="0" algn="ctr">
                        <a:lnSpc>
                          <a:spcPct val="100000"/>
                        </a:lnSpc>
                        <a:spcBef>
                          <a:spcPts val="0"/>
                        </a:spcBef>
                        <a:spcAft>
                          <a:spcPts val="0"/>
                        </a:spcAft>
                        <a:buClr>
                          <a:schemeClr val="dk1"/>
                        </a:buClr>
                        <a:buSzPts val="1700"/>
                        <a:buFont typeface="Calibri"/>
                        <a:buNone/>
                      </a:pPr>
                      <a:r>
                        <a:t/>
                      </a:r>
                      <a:endParaRPr b="1" sz="1700" u="none" cap="none" strike="noStrike"/>
                    </a:p>
                  </a:txBody>
                  <a:tcPr marT="46825" marB="46825" marR="94525" marL="94525">
                    <a:solidFill>
                      <a:srgbClr val="FFFF00"/>
                    </a:solidFill>
                  </a:tcPr>
                </a:tc>
                <a:tc>
                  <a:txBody>
                    <a:bodyPr/>
                    <a:lstStyle/>
                    <a:p>
                      <a:pPr indent="0" lvl="0" marL="0" marR="0" rtl="0" algn="r">
                        <a:lnSpc>
                          <a:spcPct val="100000"/>
                        </a:lnSpc>
                        <a:spcBef>
                          <a:spcPts val="0"/>
                        </a:spcBef>
                        <a:spcAft>
                          <a:spcPts val="0"/>
                        </a:spcAft>
                        <a:buClr>
                          <a:schemeClr val="dk1"/>
                        </a:buClr>
                        <a:buSzPts val="1700"/>
                        <a:buFont typeface="Calibri"/>
                        <a:buNone/>
                      </a:pPr>
                      <a:r>
                        <a:t/>
                      </a:r>
                      <a:endParaRPr b="1" sz="1700" u="none" cap="none" strike="noStrike"/>
                    </a:p>
                  </a:txBody>
                  <a:tcPr marT="46825" marB="46825" marR="94525" marL="94525">
                    <a:solidFill>
                      <a:srgbClr val="FFFF00"/>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b="1" lang="fr-FR" sz="1800" u="none" cap="none" strike="noStrike"/>
                        <a:t>Location salle quartier général CE/AE </a:t>
                      </a:r>
                      <a:endParaRPr b="1" sz="1800" u="none" cap="none" strike="noStrike"/>
                    </a:p>
                  </a:txBody>
                  <a:tcPr marT="46825" marB="46825" marR="94525" marL="94525">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700"/>
                        <a:buFont typeface="Calibri"/>
                        <a:buNone/>
                      </a:pPr>
                      <a:r>
                        <a:rPr b="1" lang="fr-FR" sz="1700" u="none" cap="none" strike="noStrike"/>
                        <a:t>23</a:t>
                      </a:r>
                      <a:endParaRPr b="1" sz="1700" u="none" cap="none" strike="noStrike"/>
                    </a:p>
                  </a:txBody>
                  <a:tcPr marT="46825" marB="46825" marR="94525" marL="94525"/>
                </a:tc>
                <a:tc>
                  <a:txBody>
                    <a:bodyPr/>
                    <a:lstStyle/>
                    <a:p>
                      <a:pPr indent="0" lvl="0" marL="0" marR="0" rtl="0" algn="ctr">
                        <a:lnSpc>
                          <a:spcPct val="100000"/>
                        </a:lnSpc>
                        <a:spcBef>
                          <a:spcPts val="0"/>
                        </a:spcBef>
                        <a:spcAft>
                          <a:spcPts val="0"/>
                        </a:spcAft>
                        <a:buClr>
                          <a:schemeClr val="dk1"/>
                        </a:buClr>
                        <a:buSzPts val="1800"/>
                        <a:buFont typeface="Calibri"/>
                        <a:buNone/>
                      </a:pPr>
                      <a:r>
                        <a:rPr b="1" lang="fr-FR" sz="1800" u="none" cap="none" strike="noStrike"/>
                        <a:t>j</a:t>
                      </a:r>
                      <a:endParaRPr b="1" sz="1700" u="none" cap="none" strike="noStrike"/>
                    </a:p>
                  </a:txBody>
                  <a:tcPr marT="46825" marB="46825" marR="94525" marL="94525"/>
                </a:tc>
                <a:tc>
                  <a:txBody>
                    <a:bodyPr/>
                    <a:lstStyle/>
                    <a:p>
                      <a:pPr indent="0" lvl="0" marL="0" marR="0" rtl="0" algn="r">
                        <a:lnSpc>
                          <a:spcPct val="100000"/>
                        </a:lnSpc>
                        <a:spcBef>
                          <a:spcPts val="0"/>
                        </a:spcBef>
                        <a:spcAft>
                          <a:spcPts val="0"/>
                        </a:spcAft>
                        <a:buClr>
                          <a:schemeClr val="dk1"/>
                        </a:buClr>
                        <a:buSzPts val="1800"/>
                        <a:buFont typeface="Calibri"/>
                        <a:buNone/>
                      </a:pPr>
                      <a:r>
                        <a:rPr b="1" lang="fr-FR" sz="1800" u="none" cap="none" strike="noStrike"/>
                        <a:t>2 000</a:t>
                      </a:r>
                      <a:endParaRPr b="1" sz="1700" u="none" cap="none" strike="noStrike"/>
                    </a:p>
                  </a:txBody>
                  <a:tcPr marT="46825" marB="46825" marR="94525" marL="94525"/>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Indemnité journalière des AE</a:t>
                      </a:r>
                      <a:endParaRPr sz="1700" u="none" cap="none" strike="noStrike"/>
                    </a:p>
                  </a:txBody>
                  <a:tcPr marT="0" marB="0" marR="0" marL="0"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BF8E"/>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23</a:t>
                      </a:r>
                      <a:endParaRPr sz="1700" u="none" cap="none" strike="noStrike"/>
                    </a:p>
                  </a:txBody>
                  <a:tcPr marT="46825" marB="46825" marR="94525" marL="94525">
                    <a:lnL cap="flat" cmpd="sng" w="9525">
                      <a:solidFill>
                        <a:srgbClr val="000000"/>
                      </a:solidFill>
                      <a:prstDash val="solid"/>
                      <a:round/>
                      <a:headEnd len="sm" w="sm" type="none"/>
                      <a:tailEnd len="sm" w="sm" type="none"/>
                    </a:lnL>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ABF8E"/>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35 000</a:t>
                      </a:r>
                      <a:endParaRPr sz="1700" u="none" cap="none" strike="noStrike"/>
                    </a:p>
                  </a:txBody>
                  <a:tcPr marT="46825" marB="46825" marR="94525" marL="94525">
                    <a:solidFill>
                      <a:srgbClr val="FABF8E"/>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DATA pour envoi des données pendant la collecte pour les AE (y compris MAJ de l'appli)</a:t>
                      </a:r>
                      <a:endParaRPr sz="1700" u="none" cap="none" strike="noStrike"/>
                    </a:p>
                  </a:txBody>
                  <a:tcPr marT="0" marB="0" marR="0" marL="0" anchor="b">
                    <a:lnT cap="flat" cmpd="sng" w="9525">
                      <a:solidFill>
                        <a:srgbClr val="000000"/>
                      </a:solidFill>
                      <a:prstDash val="solid"/>
                      <a:round/>
                      <a:headEnd len="sm" w="sm" type="none"/>
                      <a:tailEnd len="sm" w="sm" type="none"/>
                    </a:lnT>
                    <a:solidFill>
                      <a:srgbClr val="FABF8E"/>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23</a:t>
                      </a:r>
                      <a:endParaRPr sz="1700" u="none" cap="none" strike="noStrike"/>
                    </a:p>
                  </a:txBody>
                  <a:tcPr marT="46825" marB="46825" marR="94525" marL="94525">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ABF8E"/>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1 000</a:t>
                      </a:r>
                      <a:endParaRPr sz="1700" u="none" cap="none" strike="noStrike"/>
                    </a:p>
                  </a:txBody>
                  <a:tcPr marT="46825" marB="46825" marR="94525" marL="94525">
                    <a:solidFill>
                      <a:srgbClr val="FABF8E"/>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Indemnité tablette et data AE</a:t>
                      </a:r>
                      <a:endParaRPr sz="1700" u="none" cap="none" strike="noStrike"/>
                    </a:p>
                  </a:txBody>
                  <a:tcPr marT="0" marB="0" marR="0" marL="0" anchor="b">
                    <a:solidFill>
                      <a:srgbClr val="FABF8E"/>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23</a:t>
                      </a:r>
                      <a:endParaRPr sz="1700" u="none" cap="none" strike="noStrike"/>
                    </a:p>
                  </a:txBody>
                  <a:tcPr marT="46825" marB="46825" marR="94525" marL="94525">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FABF8E"/>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15 000</a:t>
                      </a:r>
                      <a:endParaRPr sz="1700" u="none" cap="none" strike="noStrike"/>
                    </a:p>
                  </a:txBody>
                  <a:tcPr marT="46825" marB="46825" marR="94525" marL="94525">
                    <a:solidFill>
                      <a:srgbClr val="FABF8E"/>
                    </a:solidFill>
                  </a:tcPr>
                </a:tc>
              </a:tr>
              <a:tr h="49657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Crédit de communication pour les AE</a:t>
                      </a:r>
                      <a:endParaRPr sz="1700" u="none" cap="none" strike="noStrike"/>
                    </a:p>
                  </a:txBody>
                  <a:tcPr marT="0" marB="0" marR="0" marL="0" anchor="b">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6825" marB="46825" marR="94525" marL="94525">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fft</a:t>
                      </a:r>
                      <a:endParaRPr sz="1800" u="none" cap="none" strike="noStrike"/>
                    </a:p>
                  </a:txBody>
                  <a:tcPr marT="46825" marB="46825" marR="94525" marL="94525">
                    <a:solidFill>
                      <a:srgbClr val="FABF8E"/>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10 000</a:t>
                      </a:r>
                      <a:endParaRPr sz="1700" u="none" cap="none" strike="noStrike"/>
                    </a:p>
                  </a:txBody>
                  <a:tcPr marT="46825" marB="46825" marR="94525" marL="94525">
                    <a:solidFill>
                      <a:srgbClr val="FABF8E"/>
                    </a:solidFill>
                  </a:tcPr>
                </a:tc>
              </a:tr>
              <a:tr h="49657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Frais de déploiement enquêteurs vers fokontany</a:t>
                      </a:r>
                      <a:endParaRPr sz="1700" u="none" cap="none" strike="noStrike"/>
                    </a:p>
                  </a:txBody>
                  <a:tcPr marT="0" marB="0" marR="0" marL="0" anchor="b">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t/>
                      </a:r>
                      <a:endParaRPr sz="1800" u="none" cap="none" strike="noStrike"/>
                    </a:p>
                  </a:txBody>
                  <a:tcPr marT="46825" marB="46825" marR="94525" marL="94525">
                    <a:solidFill>
                      <a:srgbClr val="FABF8E"/>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fft</a:t>
                      </a:r>
                      <a:endParaRPr sz="1800" u="none" cap="none" strike="noStrike"/>
                    </a:p>
                  </a:txBody>
                  <a:tcPr marT="46825" marB="46825" marR="94525" marL="94525">
                    <a:solidFill>
                      <a:srgbClr val="FABF8E"/>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20 000</a:t>
                      </a:r>
                      <a:endParaRPr sz="1700" u="none" cap="none" strike="noStrike"/>
                    </a:p>
                  </a:txBody>
                  <a:tcPr marT="46825" marB="46825" marR="94525" marL="94525">
                    <a:solidFill>
                      <a:srgbClr val="FABF8E"/>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Frais de guide (Komity loharano, AC,...) </a:t>
                      </a:r>
                      <a:endParaRPr sz="1700" u="none" cap="none" strike="noStrike"/>
                    </a:p>
                  </a:txBody>
                  <a:tcPr marT="0" marB="0" marR="0" marL="0" anchor="b">
                    <a:solidFill>
                      <a:srgbClr val="8DA9DB"/>
                    </a:solidFill>
                  </a:tcPr>
                </a:tc>
                <a:tc>
                  <a:txBody>
                    <a:bodyPr/>
                    <a:lstStyle/>
                    <a:p>
                      <a:pPr indent="0" lvl="0" marL="0" marR="0" rtl="0" algn="ctr">
                        <a:lnSpc>
                          <a:spcPct val="100000"/>
                        </a:lnSpc>
                        <a:spcBef>
                          <a:spcPts val="0"/>
                        </a:spcBef>
                        <a:spcAft>
                          <a:spcPts val="0"/>
                        </a:spcAft>
                        <a:buClr>
                          <a:schemeClr val="dk1"/>
                        </a:buClr>
                        <a:buSzPts val="1700"/>
                        <a:buFont typeface="Calibri"/>
                        <a:buNone/>
                      </a:pPr>
                      <a:r>
                        <a:rPr lang="fr-FR" sz="1700" u="none" cap="none" strike="noStrike"/>
                        <a:t>3</a:t>
                      </a:r>
                      <a:endParaRPr sz="1700" u="none" cap="none" strike="noStrike"/>
                    </a:p>
                  </a:txBody>
                  <a:tcPr marT="46825" marB="46825" marR="94525" marL="94525">
                    <a:solidFill>
                      <a:srgbClr val="8DA9DB"/>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8DA9DB"/>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10 000</a:t>
                      </a:r>
                      <a:endParaRPr sz="1700" u="none" cap="none" strike="noStrike"/>
                    </a:p>
                  </a:txBody>
                  <a:tcPr marT="46825" marB="46825" marR="94525" marL="94525">
                    <a:solidFill>
                      <a:srgbClr val="8DA9DB"/>
                    </a:solidFill>
                  </a:tcPr>
                </a:tc>
              </a:tr>
              <a:tr h="432525">
                <a:tc>
                  <a:txBody>
                    <a:bodyPr/>
                    <a:lstStyle/>
                    <a:p>
                      <a:pPr indent="0" lvl="0" marL="0" marR="0" rtl="0" algn="l">
                        <a:lnSpc>
                          <a:spcPct val="100000"/>
                        </a:lnSpc>
                        <a:spcBef>
                          <a:spcPts val="0"/>
                        </a:spcBef>
                        <a:spcAft>
                          <a:spcPts val="0"/>
                        </a:spcAft>
                        <a:buClr>
                          <a:schemeClr val="dk1"/>
                        </a:buClr>
                        <a:buSzPts val="1800"/>
                        <a:buFont typeface="Calibri"/>
                        <a:buNone/>
                      </a:pPr>
                      <a:r>
                        <a:rPr lang="fr-FR" sz="1800" u="none" cap="none" strike="noStrike">
                          <a:latin typeface="Calibri"/>
                          <a:ea typeface="Calibri"/>
                          <a:cs typeface="Calibri"/>
                          <a:sym typeface="Calibri"/>
                        </a:rPr>
                        <a:t>Frais de coordination chef fokontany (réunion CAA, réunion communautaire) </a:t>
                      </a:r>
                      <a:endParaRPr sz="1700" u="none" cap="none" strike="noStrike"/>
                    </a:p>
                  </a:txBody>
                  <a:tcPr marT="0" marB="0" marR="0" marL="0" anchor="b">
                    <a:solidFill>
                      <a:srgbClr val="8DA9DB"/>
                    </a:solidFill>
                  </a:tcPr>
                </a:tc>
                <a:tc>
                  <a:txBody>
                    <a:bodyPr/>
                    <a:lstStyle/>
                    <a:p>
                      <a:pPr indent="0" lvl="0" marL="0" marR="0" rtl="0" algn="ctr">
                        <a:lnSpc>
                          <a:spcPct val="100000"/>
                        </a:lnSpc>
                        <a:spcBef>
                          <a:spcPts val="0"/>
                        </a:spcBef>
                        <a:spcAft>
                          <a:spcPts val="0"/>
                        </a:spcAft>
                        <a:buClr>
                          <a:schemeClr val="dk1"/>
                        </a:buClr>
                        <a:buSzPts val="1700"/>
                        <a:buFont typeface="Calibri"/>
                        <a:buNone/>
                      </a:pPr>
                      <a:r>
                        <a:t/>
                      </a:r>
                      <a:endParaRPr sz="1700" u="none" cap="none" strike="noStrike"/>
                    </a:p>
                  </a:txBody>
                  <a:tcPr marT="46825" marB="46825" marR="94525" marL="94525">
                    <a:solidFill>
                      <a:srgbClr val="8DA9DB"/>
                    </a:solidFill>
                  </a:tcPr>
                </a:tc>
                <a:tc>
                  <a:txBody>
                    <a:bodyPr/>
                    <a:lstStyle/>
                    <a:p>
                      <a:pPr indent="0" lvl="0" marL="0" marR="0" rtl="0" algn="ctr">
                        <a:lnSpc>
                          <a:spcPct val="100000"/>
                        </a:lnSpc>
                        <a:spcBef>
                          <a:spcPts val="0"/>
                        </a:spcBef>
                        <a:spcAft>
                          <a:spcPts val="0"/>
                        </a:spcAft>
                        <a:buClr>
                          <a:schemeClr val="dk1"/>
                        </a:buClr>
                        <a:buSzPts val="1800"/>
                        <a:buFont typeface="Calibri"/>
                        <a:buNone/>
                      </a:pPr>
                      <a:r>
                        <a:rPr lang="fr-FR" sz="1800" u="none" cap="none" strike="noStrike"/>
                        <a:t>j</a:t>
                      </a:r>
                      <a:endParaRPr sz="1700" u="none" cap="none" strike="noStrike"/>
                    </a:p>
                  </a:txBody>
                  <a:tcPr marT="46825" marB="46825" marR="94525" marL="94525">
                    <a:solidFill>
                      <a:srgbClr val="8DA9DB"/>
                    </a:solidFill>
                  </a:tcPr>
                </a:tc>
                <a:tc>
                  <a:txBody>
                    <a:bodyPr/>
                    <a:lstStyle/>
                    <a:p>
                      <a:pPr indent="0" lvl="0" marL="0" marR="0" rtl="0" algn="r">
                        <a:lnSpc>
                          <a:spcPct val="100000"/>
                        </a:lnSpc>
                        <a:spcBef>
                          <a:spcPts val="0"/>
                        </a:spcBef>
                        <a:spcAft>
                          <a:spcPts val="0"/>
                        </a:spcAft>
                        <a:buClr>
                          <a:schemeClr val="dk1"/>
                        </a:buClr>
                        <a:buSzPts val="1800"/>
                        <a:buFont typeface="Calibri"/>
                        <a:buNone/>
                      </a:pPr>
                      <a:r>
                        <a:rPr lang="fr-FR" sz="1800" u="none" cap="none" strike="noStrike"/>
                        <a:t>10 000</a:t>
                      </a:r>
                      <a:endParaRPr sz="1700" u="none" cap="none" strike="noStrike"/>
                    </a:p>
                  </a:txBody>
                  <a:tcPr marT="46825" marB="46825" marR="94525" marL="94525">
                    <a:solidFill>
                      <a:srgbClr val="8DA9DB"/>
                    </a:solidFill>
                  </a:tcPr>
                </a:tc>
              </a:tr>
            </a:tbl>
          </a:graphicData>
        </a:graphic>
      </p:graphicFrame>
      <p:sp>
        <p:nvSpPr>
          <p:cNvPr id="305" name="Google Shape;305;p32"/>
          <p:cNvSpPr txBox="1"/>
          <p:nvPr/>
        </p:nvSpPr>
        <p:spPr>
          <a:xfrm>
            <a:off x="2052315" y="126380"/>
            <a:ext cx="8352928" cy="830956"/>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0" i="0" lang="fr-FR" sz="4800" u="none" cap="none" strike="noStrike">
                <a:solidFill>
                  <a:schemeClr val="lt1"/>
                </a:solidFill>
                <a:latin typeface="Calibri"/>
                <a:ea typeface="Calibri"/>
                <a:cs typeface="Calibri"/>
                <a:sym typeface="Calibri"/>
              </a:rPr>
              <a:t>KARAZANA VOLA KARAKARAINA</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9" name="Shape 309"/>
        <p:cNvGrpSpPr/>
        <p:nvPr/>
      </p:nvGrpSpPr>
      <p:grpSpPr>
        <a:xfrm>
          <a:off x="0" y="0"/>
          <a:ext cx="0" cy="0"/>
          <a:chOff x="0" y="0"/>
          <a:chExt cx="0" cy="0"/>
        </a:xfrm>
      </p:grpSpPr>
      <p:sp>
        <p:nvSpPr>
          <p:cNvPr id="310" name="Google Shape;310;p33"/>
          <p:cNvSpPr txBox="1"/>
          <p:nvPr>
            <p:ph type="title"/>
          </p:nvPr>
        </p:nvSpPr>
        <p:spPr>
          <a:xfrm>
            <a:off x="630081" y="281189"/>
            <a:ext cx="11341418" cy="1170253"/>
          </a:xfrm>
          <a:prstGeom prst="rect">
            <a:avLst/>
          </a:prstGeom>
          <a:solidFill>
            <a:srgbClr val="00B0F0"/>
          </a:solid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1"/>
              </a:buClr>
              <a:buSzPct val="100000"/>
              <a:buFont typeface="Calibri"/>
              <a:buNone/>
            </a:pPr>
            <a:br>
              <a:rPr b="1" lang="fr-FR" sz="4000"/>
            </a:br>
            <a:r>
              <a:rPr b="1" lang="fr-FR" sz="4000">
                <a:solidFill>
                  <a:schemeClr val="lt1"/>
                </a:solidFill>
              </a:rPr>
              <a:t>KARAZANA PIECE KIRAKIRAINA</a:t>
            </a:r>
            <a:br>
              <a:rPr b="1" lang="fr-FR" sz="4000"/>
            </a:br>
            <a:endParaRPr/>
          </a:p>
        </p:txBody>
      </p:sp>
      <p:sp>
        <p:nvSpPr>
          <p:cNvPr id="311" name="Google Shape;311;p33"/>
          <p:cNvSpPr txBox="1"/>
          <p:nvPr>
            <p:ph idx="1" type="body"/>
          </p:nvPr>
        </p:nvSpPr>
        <p:spPr>
          <a:xfrm>
            <a:off x="630080" y="1638364"/>
            <a:ext cx="5565696" cy="4633874"/>
          </a:xfrm>
          <a:prstGeom prst="rect">
            <a:avLst/>
          </a:prstGeom>
          <a:noFill/>
          <a:ln>
            <a:noFill/>
          </a:ln>
        </p:spPr>
        <p:txBody>
          <a:bodyPr anchorCtr="0" anchor="t" bIns="42775" lIns="85575" spcFirstLastPara="1" rIns="85575" wrap="square" tIns="42775">
            <a:normAutofit fontScale="32500" lnSpcReduction="20000"/>
          </a:bodyPr>
          <a:lstStyle/>
          <a:p>
            <a:pPr indent="0" lvl="0" marL="0" rtl="0" algn="just">
              <a:lnSpc>
                <a:spcPct val="100000"/>
              </a:lnSpc>
              <a:spcBef>
                <a:spcPts val="0"/>
              </a:spcBef>
              <a:spcAft>
                <a:spcPts val="0"/>
              </a:spcAft>
              <a:buClr>
                <a:srgbClr val="000000"/>
              </a:buClr>
              <a:buSzPct val="222222"/>
              <a:buNone/>
            </a:pPr>
            <a:r>
              <a:t/>
            </a:r>
            <a:endParaRPr sz="3600">
              <a:solidFill>
                <a:srgbClr val="000000"/>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Ordre de Mission (OM)</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Fiche de Présence</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Contrat</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Note de frais</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Carte d’Identité Nationale</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Facture</a:t>
            </a:r>
            <a:endParaRPr sz="9800">
              <a:solidFill>
                <a:schemeClr val="lt1"/>
              </a:solidFill>
            </a:endParaRPr>
          </a:p>
          <a:p>
            <a:pPr indent="-267332" lvl="0" marL="320989" rtl="0" algn="l">
              <a:lnSpc>
                <a:spcPct val="100000"/>
              </a:lnSpc>
              <a:spcBef>
                <a:spcPts val="169"/>
              </a:spcBef>
              <a:spcAft>
                <a:spcPts val="0"/>
              </a:spcAft>
              <a:buClr>
                <a:schemeClr val="dk1"/>
              </a:buClr>
              <a:buSzPct val="100000"/>
              <a:buNone/>
            </a:pPr>
            <a:r>
              <a:t/>
            </a:r>
            <a:endParaRPr/>
          </a:p>
        </p:txBody>
      </p:sp>
      <p:sp>
        <p:nvSpPr>
          <p:cNvPr id="312" name="Google Shape;312;p33"/>
          <p:cNvSpPr txBox="1"/>
          <p:nvPr>
            <p:ph idx="2" type="body"/>
          </p:nvPr>
        </p:nvSpPr>
        <p:spPr>
          <a:xfrm>
            <a:off x="6405803" y="1638364"/>
            <a:ext cx="5565696" cy="4633874"/>
          </a:xfrm>
          <a:prstGeom prst="rect">
            <a:avLst/>
          </a:prstGeom>
          <a:noFill/>
          <a:ln>
            <a:noFill/>
          </a:ln>
        </p:spPr>
        <p:txBody>
          <a:bodyPr anchorCtr="0" anchor="t" bIns="42775" lIns="85575" spcFirstLastPara="1" rIns="85575" wrap="square" tIns="42775">
            <a:normAutofit fontScale="32500" lnSpcReduction="20000"/>
          </a:bodyPr>
          <a:lstStyle/>
          <a:p>
            <a:pPr indent="0" lvl="0" marL="0" rtl="0" algn="just">
              <a:lnSpc>
                <a:spcPct val="100000"/>
              </a:lnSpc>
              <a:spcBef>
                <a:spcPts val="0"/>
              </a:spcBef>
              <a:spcAft>
                <a:spcPts val="0"/>
              </a:spcAft>
              <a:buClr>
                <a:srgbClr val="000000"/>
              </a:buClr>
              <a:buSzPct val="137931"/>
              <a:buNone/>
            </a:pPr>
            <a:r>
              <a:t/>
            </a:r>
            <a:endParaRPr sz="5800">
              <a:solidFill>
                <a:srgbClr val="000000"/>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Tableau de bord</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Scan pièce</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Photo pour archive</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Fiche de consentement</a:t>
            </a:r>
            <a:endParaRPr sz="9800">
              <a:solidFill>
                <a:schemeClr val="lt1"/>
              </a:solidFill>
            </a:endParaRPr>
          </a:p>
          <a:p>
            <a:pPr indent="-588645" lvl="0" marL="588645" rtl="0" algn="just">
              <a:lnSpc>
                <a:spcPct val="170000"/>
              </a:lnSpc>
              <a:spcBef>
                <a:spcPts val="0"/>
              </a:spcBef>
              <a:spcAft>
                <a:spcPts val="0"/>
              </a:spcAft>
              <a:buClr>
                <a:schemeClr val="lt1"/>
              </a:buClr>
              <a:buSzPct val="81633"/>
              <a:buFont typeface="Noto Sans Symbols"/>
              <a:buChar char="✔"/>
            </a:pPr>
            <a:r>
              <a:rPr lang="fr-FR" sz="9800">
                <a:solidFill>
                  <a:schemeClr val="lt1"/>
                </a:solidFill>
              </a:rPr>
              <a:t>Fiche de décharge</a:t>
            </a:r>
            <a:endParaRPr sz="9800">
              <a:solidFill>
                <a:schemeClr val="lt1"/>
              </a:solidFill>
            </a:endParaRPr>
          </a:p>
          <a:p>
            <a:pPr indent="-267332" lvl="0" marL="320989" rtl="0" algn="l">
              <a:lnSpc>
                <a:spcPct val="100000"/>
              </a:lnSpc>
              <a:spcBef>
                <a:spcPts val="169"/>
              </a:spcBef>
              <a:spcAft>
                <a:spcPts val="0"/>
              </a:spcAft>
              <a:buClr>
                <a:schemeClr val="dk1"/>
              </a:buClr>
              <a:buSzPct val="100000"/>
              <a:buNone/>
            </a:pPr>
            <a:r>
              <a:t/>
            </a:r>
            <a:endParaRPr/>
          </a:p>
        </p:txBody>
      </p:sp>
    </p:spTree>
  </p:cSld>
  <p:clrMapOvr>
    <a:masterClrMapping/>
  </p:clrMapOvr>
  <p:transition spd="slow">
    <p:wipe dir="l"/>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7" name="Shape 317"/>
        <p:cNvGrpSpPr/>
        <p:nvPr/>
      </p:nvGrpSpPr>
      <p:grpSpPr>
        <a:xfrm>
          <a:off x="0" y="0"/>
          <a:ext cx="0" cy="0"/>
          <a:chOff x="0" y="0"/>
          <a:chExt cx="0" cy="0"/>
        </a:xfrm>
      </p:grpSpPr>
      <p:sp>
        <p:nvSpPr>
          <p:cNvPr id="318" name="Google Shape;318;p34"/>
          <p:cNvSpPr txBox="1"/>
          <p:nvPr/>
        </p:nvSpPr>
        <p:spPr>
          <a:xfrm>
            <a:off x="406622" y="1245978"/>
            <a:ext cx="11366773" cy="6327537"/>
          </a:xfrm>
          <a:prstGeom prst="rect">
            <a:avLst/>
          </a:prstGeom>
          <a:noFill/>
          <a:ln>
            <a:noFill/>
          </a:ln>
        </p:spPr>
        <p:txBody>
          <a:bodyPr anchorCtr="0" anchor="t" bIns="47050" lIns="94150" spcFirstLastPara="1" rIns="94150" wrap="square" tIns="47050">
            <a:spAutoFit/>
          </a:bodyPr>
          <a:lstStyle/>
          <a:p>
            <a:pPr indent="-588645" lvl="0" marL="588645" marR="0" rtl="0" algn="just">
              <a:lnSpc>
                <a:spcPct val="150000"/>
              </a:lnSpc>
              <a:spcBef>
                <a:spcPts val="0"/>
              </a:spcBef>
              <a:spcAft>
                <a:spcPts val="0"/>
              </a:spcAft>
              <a:buClr>
                <a:schemeClr val="lt1"/>
              </a:buClr>
              <a:buSzPts val="2600"/>
              <a:buFont typeface="Noto Sans Symbols"/>
              <a:buChar char="✔"/>
            </a:pPr>
            <a:r>
              <a:rPr b="0" i="0" lang="fr-FR" sz="3600" u="none" cap="none" strike="noStrike">
                <a:solidFill>
                  <a:schemeClr val="lt1"/>
                </a:solidFill>
                <a:latin typeface="Calibri"/>
                <a:ea typeface="Calibri"/>
                <a:cs typeface="Calibri"/>
                <a:sym typeface="Calibri"/>
              </a:rPr>
              <a:t>Omena avokoa ny modely ampiasaina mandritran’ity asa ity (na excel io na note de frais io na fiche de présence io na tableau de bord io);</a:t>
            </a:r>
            <a:endParaRPr b="0" i="0" sz="3600" u="none" cap="none" strike="noStrike">
              <a:solidFill>
                <a:schemeClr val="lt1"/>
              </a:solidFill>
              <a:latin typeface="Calibri"/>
              <a:ea typeface="Calibri"/>
              <a:cs typeface="Calibri"/>
              <a:sym typeface="Calibri"/>
            </a:endParaRPr>
          </a:p>
          <a:p>
            <a:pPr indent="-588645" lvl="0" marL="588645" marR="0" rtl="0" algn="just">
              <a:lnSpc>
                <a:spcPct val="150000"/>
              </a:lnSpc>
              <a:spcBef>
                <a:spcPts val="0"/>
              </a:spcBef>
              <a:spcAft>
                <a:spcPts val="0"/>
              </a:spcAft>
              <a:buClr>
                <a:schemeClr val="lt1"/>
              </a:buClr>
              <a:buSzPts val="2600"/>
              <a:buFont typeface="Noto Sans Symbols"/>
              <a:buChar char="✔"/>
            </a:pPr>
            <a:r>
              <a:rPr b="0" i="0" lang="fr-FR" sz="3600" u="none" cap="none" strike="noStrike">
                <a:solidFill>
                  <a:schemeClr val="lt1"/>
                </a:solidFill>
                <a:latin typeface="Calibri"/>
                <a:ea typeface="Calibri"/>
                <a:cs typeface="Calibri"/>
                <a:sym typeface="Calibri"/>
              </a:rPr>
              <a:t>Miara-miasa daholo ny ekipa rehetra mba ahavitana antsakany sy andavany ny asantsika;</a:t>
            </a:r>
            <a:endParaRPr b="0" i="0" sz="3600" u="none" cap="none" strike="noStrike">
              <a:solidFill>
                <a:schemeClr val="lt1"/>
              </a:solidFill>
              <a:latin typeface="Calibri"/>
              <a:ea typeface="Calibri"/>
              <a:cs typeface="Calibri"/>
              <a:sym typeface="Calibri"/>
            </a:endParaRPr>
          </a:p>
          <a:p>
            <a:pPr indent="-588645" lvl="0" marL="588645" marR="0" rtl="0" algn="just">
              <a:lnSpc>
                <a:spcPct val="150000"/>
              </a:lnSpc>
              <a:spcBef>
                <a:spcPts val="0"/>
              </a:spcBef>
              <a:spcAft>
                <a:spcPts val="0"/>
              </a:spcAft>
              <a:buClr>
                <a:schemeClr val="lt1"/>
              </a:buClr>
              <a:buSzPts val="2600"/>
              <a:buFont typeface="Noto Sans Symbols"/>
              <a:buChar char="✔"/>
            </a:pPr>
            <a:r>
              <a:rPr b="0" i="0" lang="fr-FR" sz="3600" u="none" cap="none" strike="noStrike">
                <a:solidFill>
                  <a:schemeClr val="lt1"/>
                </a:solidFill>
                <a:latin typeface="Calibri"/>
                <a:ea typeface="Calibri"/>
                <a:cs typeface="Calibri"/>
                <a:sym typeface="Calibri"/>
              </a:rPr>
              <a:t>Feno ny distrika iray vao afaka irosoana ny paiement an’iny distrika iny.</a:t>
            </a:r>
            <a:endParaRPr b="0" i="0" sz="3600" u="none" cap="none" strike="noStrike">
              <a:solidFill>
                <a:schemeClr val="lt1"/>
              </a:solidFill>
              <a:latin typeface="Calibri"/>
              <a:ea typeface="Calibri"/>
              <a:cs typeface="Calibri"/>
              <a:sym typeface="Calibri"/>
            </a:endParaRPr>
          </a:p>
          <a:p>
            <a:pPr indent="-418592" lvl="0" marL="588645" marR="0" rtl="0" algn="just">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Calibri"/>
              <a:ea typeface="Calibri"/>
              <a:cs typeface="Calibri"/>
              <a:sym typeface="Calibri"/>
            </a:endParaRPr>
          </a:p>
        </p:txBody>
      </p:sp>
      <p:sp>
        <p:nvSpPr>
          <p:cNvPr id="319" name="Google Shape;319;p34"/>
          <p:cNvSpPr txBox="1"/>
          <p:nvPr/>
        </p:nvSpPr>
        <p:spPr>
          <a:xfrm>
            <a:off x="1260227" y="126380"/>
            <a:ext cx="10095952" cy="83099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fr-FR" sz="4800" u="none" cap="none" strike="noStrike">
                <a:solidFill>
                  <a:schemeClr val="lt1"/>
                </a:solidFill>
                <a:latin typeface="Calibri"/>
                <a:ea typeface="Calibri"/>
                <a:cs typeface="Calibri"/>
                <a:sym typeface="Calibri"/>
              </a:rPr>
              <a:t>FOMBA FANATANTERAHANA NY ASA</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3" name="Shape 323"/>
        <p:cNvGrpSpPr/>
        <p:nvPr/>
      </p:nvGrpSpPr>
      <p:grpSpPr>
        <a:xfrm>
          <a:off x="0" y="0"/>
          <a:ext cx="0" cy="0"/>
          <a:chOff x="0" y="0"/>
          <a:chExt cx="0" cy="0"/>
        </a:xfrm>
      </p:grpSpPr>
      <p:sp>
        <p:nvSpPr>
          <p:cNvPr id="324" name="Google Shape;324;p35"/>
          <p:cNvSpPr txBox="1"/>
          <p:nvPr>
            <p:ph type="ctrTitle"/>
          </p:nvPr>
        </p:nvSpPr>
        <p:spPr>
          <a:xfrm>
            <a:off x="945117" y="466729"/>
            <a:ext cx="10711339" cy="1505074"/>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b="1" lang="fr-FR" sz="4400">
                <a:solidFill>
                  <a:schemeClr val="lt1"/>
                </a:solidFill>
              </a:rPr>
              <a:t>WHATSAPP</a:t>
            </a:r>
            <a:br>
              <a:rPr b="1" lang="fr-FR" sz="4400">
                <a:solidFill>
                  <a:schemeClr val="lt1"/>
                </a:solidFill>
              </a:rPr>
            </a:br>
            <a:endParaRPr b="1" sz="4400">
              <a:solidFill>
                <a:schemeClr val="lt1"/>
              </a:solidFill>
            </a:endParaRPr>
          </a:p>
        </p:txBody>
      </p:sp>
      <p:sp>
        <p:nvSpPr>
          <p:cNvPr id="325" name="Google Shape;325;p35"/>
          <p:cNvSpPr txBox="1"/>
          <p:nvPr>
            <p:ph idx="1" type="subTitle"/>
          </p:nvPr>
        </p:nvSpPr>
        <p:spPr>
          <a:xfrm>
            <a:off x="1702856" y="3510756"/>
            <a:ext cx="9195859" cy="661194"/>
          </a:xfrm>
          <a:prstGeom prst="rect">
            <a:avLst/>
          </a:prstGeom>
          <a:noFill/>
          <a:ln>
            <a:noFill/>
          </a:ln>
        </p:spPr>
        <p:txBody>
          <a:bodyPr anchorCtr="0" anchor="t" bIns="42775" lIns="85575" spcFirstLastPara="1" rIns="85575" wrap="square" tIns="42775">
            <a:normAutofit/>
          </a:bodyPr>
          <a:lstStyle/>
          <a:p>
            <a:pPr indent="-419100" lvl="0" marL="457200" rtl="0" algn="ctr">
              <a:lnSpc>
                <a:spcPct val="100000"/>
              </a:lnSpc>
              <a:spcBef>
                <a:spcPts val="600"/>
              </a:spcBef>
              <a:spcAft>
                <a:spcPts val="0"/>
              </a:spcAft>
              <a:buClr>
                <a:schemeClr val="dk1"/>
              </a:buClr>
              <a:buSzPts val="3000"/>
              <a:buNone/>
            </a:pPr>
            <a:r>
              <a:rPr lang="fr-FR" sz="2400">
                <a:solidFill>
                  <a:schemeClr val="lt1"/>
                </a:solidFill>
              </a:rPr>
              <a:t>APPRENDRE À COMMUNIQUER FACILEMENT AVEC WHATSAPP</a:t>
            </a:r>
            <a:endParaRPr/>
          </a:p>
        </p:txBody>
      </p:sp>
    </p:spTree>
  </p:cSld>
  <p:clrMapOvr>
    <a:masterClrMapping/>
  </p:clrMapOvr>
  <p:transition spd="slow">
    <p:wipe dir="l"/>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9" name="Shape 329"/>
        <p:cNvGrpSpPr/>
        <p:nvPr/>
      </p:nvGrpSpPr>
      <p:grpSpPr>
        <a:xfrm>
          <a:off x="0" y="0"/>
          <a:ext cx="0" cy="0"/>
          <a:chOff x="0" y="0"/>
          <a:chExt cx="0" cy="0"/>
        </a:xfrm>
      </p:grpSpPr>
      <p:sp>
        <p:nvSpPr>
          <p:cNvPr id="330" name="Google Shape;330;p36"/>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400">
                <a:solidFill>
                  <a:schemeClr val="lt1"/>
                </a:solidFill>
              </a:rPr>
              <a:t>A quoi sert whatsApp?</a:t>
            </a:r>
            <a:endParaRPr/>
          </a:p>
        </p:txBody>
      </p:sp>
      <p:sp>
        <p:nvSpPr>
          <p:cNvPr id="331" name="Google Shape;331;p36"/>
          <p:cNvSpPr txBox="1"/>
          <p:nvPr>
            <p:ph idx="1" type="body"/>
          </p:nvPr>
        </p:nvSpPr>
        <p:spPr>
          <a:xfrm>
            <a:off x="917628" y="1869153"/>
            <a:ext cx="10766319" cy="2520593"/>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360"/>
              </a:spcBef>
              <a:spcAft>
                <a:spcPts val="0"/>
              </a:spcAft>
              <a:buSzPts val="1800"/>
              <a:buNone/>
            </a:pPr>
            <a:r>
              <a:rPr lang="fr-FR">
                <a:solidFill>
                  <a:schemeClr val="lt1"/>
                </a:solidFill>
              </a:rPr>
              <a:t>WhatsApp est une application en ligne qui permet de: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Se communiquer avec des messages</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Faire des appels audios et vidéos</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Envoyer des fichiers</a:t>
            </a:r>
            <a:endParaRPr/>
          </a:p>
          <a:p>
            <a:pPr indent="-228600" lvl="0" marL="457200" rtl="0" algn="l">
              <a:lnSpc>
                <a:spcPct val="100000"/>
              </a:lnSpc>
              <a:spcBef>
                <a:spcPts val="360"/>
              </a:spcBef>
              <a:spcAft>
                <a:spcPts val="0"/>
              </a:spcAft>
              <a:buSzPts val="1800"/>
              <a:buFont typeface="Noto Sans Symbols"/>
              <a:buNone/>
            </a:pPr>
            <a:r>
              <a:t/>
            </a:r>
            <a:endParaRPr/>
          </a:p>
        </p:txBody>
      </p:sp>
    </p:spTree>
  </p:cSld>
  <p:clrMapOvr>
    <a:masterClrMapping/>
  </p:clrMapOvr>
  <p:transition spd="slow">
    <p:wipe dir="l"/>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5" name="Shape 335"/>
        <p:cNvGrpSpPr/>
        <p:nvPr/>
      </p:nvGrpSpPr>
      <p:grpSpPr>
        <a:xfrm>
          <a:off x="0" y="0"/>
          <a:ext cx="0" cy="0"/>
          <a:chOff x="0" y="0"/>
          <a:chExt cx="0" cy="0"/>
        </a:xfrm>
      </p:grpSpPr>
      <p:sp>
        <p:nvSpPr>
          <p:cNvPr id="336" name="Google Shape;336;p37"/>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400">
                <a:solidFill>
                  <a:schemeClr val="lt1"/>
                </a:solidFill>
              </a:rPr>
              <a:t>Installation et création de compte</a:t>
            </a:r>
            <a:endParaRPr/>
          </a:p>
        </p:txBody>
      </p:sp>
      <p:sp>
        <p:nvSpPr>
          <p:cNvPr id="337" name="Google Shape;337;p37"/>
          <p:cNvSpPr txBox="1"/>
          <p:nvPr>
            <p:ph idx="1" type="body"/>
          </p:nvPr>
        </p:nvSpPr>
        <p:spPr>
          <a:xfrm>
            <a:off x="917628" y="1869153"/>
            <a:ext cx="10766319" cy="1917263"/>
          </a:xfrm>
          <a:prstGeom prst="rect">
            <a:avLst/>
          </a:prstGeom>
          <a:noFill/>
          <a:ln>
            <a:noFill/>
          </a:ln>
        </p:spPr>
        <p:txBody>
          <a:bodyPr anchorCtr="0" anchor="t" bIns="42775" lIns="85575" spcFirstLastPara="1" rIns="85575" wrap="square" tIns="42775">
            <a:normAutofit/>
          </a:bodyPr>
          <a:lstStyle/>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Télécharger WhatsApp</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Ouvrir l’application</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Entrer le numéro </a:t>
            </a:r>
            <a:endParaRPr/>
          </a:p>
          <a:p>
            <a:pPr indent="0" lvl="0" marL="0" rtl="0" algn="l">
              <a:lnSpc>
                <a:spcPct val="100000"/>
              </a:lnSpc>
              <a:spcBef>
                <a:spcPts val="360"/>
              </a:spcBef>
              <a:spcAft>
                <a:spcPts val="0"/>
              </a:spcAft>
              <a:buSzPts val="1800"/>
              <a:buNone/>
            </a:pPr>
            <a:r>
              <a:t/>
            </a:r>
            <a:endParaRPr/>
          </a:p>
          <a:p>
            <a:pPr indent="-228600" lvl="0" marL="457200" rtl="0" algn="l">
              <a:lnSpc>
                <a:spcPct val="100000"/>
              </a:lnSpc>
              <a:spcBef>
                <a:spcPts val="360"/>
              </a:spcBef>
              <a:spcAft>
                <a:spcPts val="0"/>
              </a:spcAft>
              <a:buSzPts val="1800"/>
              <a:buFont typeface="Noto Sans Symbols"/>
              <a:buNone/>
            </a:pPr>
            <a:r>
              <a:t/>
            </a:r>
            <a:endParaRPr/>
          </a:p>
        </p:txBody>
      </p:sp>
    </p:spTree>
  </p:cSld>
  <p:clrMapOvr>
    <a:masterClrMapping/>
  </p:clrMapOvr>
  <p:transition spd="slow">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1" name="Shape 341"/>
        <p:cNvGrpSpPr/>
        <p:nvPr/>
      </p:nvGrpSpPr>
      <p:grpSpPr>
        <a:xfrm>
          <a:off x="0" y="0"/>
          <a:ext cx="0" cy="0"/>
          <a:chOff x="0" y="0"/>
          <a:chExt cx="0" cy="0"/>
        </a:xfrm>
      </p:grpSpPr>
      <p:sp>
        <p:nvSpPr>
          <p:cNvPr id="342" name="Google Shape;342;p38"/>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400">
                <a:solidFill>
                  <a:schemeClr val="lt1"/>
                </a:solidFill>
              </a:rPr>
              <a:t>Envoyer des méssages</a:t>
            </a:r>
            <a:endParaRPr sz="4400">
              <a:solidFill>
                <a:schemeClr val="lt1"/>
              </a:solidFill>
            </a:endParaRPr>
          </a:p>
        </p:txBody>
      </p:sp>
      <p:sp>
        <p:nvSpPr>
          <p:cNvPr id="343" name="Google Shape;343;p38"/>
          <p:cNvSpPr txBox="1"/>
          <p:nvPr>
            <p:ph idx="1" type="body"/>
          </p:nvPr>
        </p:nvSpPr>
        <p:spPr>
          <a:xfrm>
            <a:off x="752926" y="1524106"/>
            <a:ext cx="8801635" cy="3973301"/>
          </a:xfrm>
          <a:prstGeom prst="rect">
            <a:avLst/>
          </a:prstGeom>
          <a:noFill/>
          <a:ln>
            <a:noFill/>
          </a:ln>
        </p:spPr>
        <p:txBody>
          <a:bodyPr anchorCtr="0" anchor="t" bIns="42775" lIns="85575" spcFirstLastPara="1" rIns="85575" wrap="square" tIns="42775">
            <a:normAutofit/>
          </a:bodyPr>
          <a:lstStyle/>
          <a:p>
            <a:pPr indent="-228600" lvl="0" marL="457200" rtl="0" algn="l">
              <a:lnSpc>
                <a:spcPct val="100000"/>
              </a:lnSpc>
              <a:spcBef>
                <a:spcPts val="360"/>
              </a:spcBef>
              <a:spcAft>
                <a:spcPts val="0"/>
              </a:spcAft>
              <a:buClr>
                <a:schemeClr val="dk1"/>
              </a:buClr>
              <a:buSzPts val="1800"/>
              <a:buNone/>
            </a:pPr>
            <a:r>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 </a:t>
            </a:r>
            <a:r>
              <a:rPr lang="fr-FR" sz="3276">
                <a:solidFill>
                  <a:schemeClr val="lt1"/>
                </a:solidFill>
              </a:rPr>
              <a:t>Démarrer une conversation</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Nouveau contact ou nouveau groupe  , puis ajouter des contacts ,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nommer le groupe</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Commencer à écrire le message</a:t>
            </a:r>
            <a:endParaRPr/>
          </a:p>
        </p:txBody>
      </p:sp>
    </p:spTree>
  </p:cSld>
  <p:clrMapOvr>
    <a:masterClrMapping/>
  </p:clrMapOvr>
  <p:transition spd="slow">
    <p:wipe dir="l"/>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7" name="Shape 347"/>
        <p:cNvGrpSpPr/>
        <p:nvPr/>
      </p:nvGrpSpPr>
      <p:grpSpPr>
        <a:xfrm>
          <a:off x="0" y="0"/>
          <a:ext cx="0" cy="0"/>
          <a:chOff x="0" y="0"/>
          <a:chExt cx="0" cy="0"/>
        </a:xfrm>
      </p:grpSpPr>
      <p:sp>
        <p:nvSpPr>
          <p:cNvPr id="348" name="Google Shape;348;p39"/>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400">
                <a:solidFill>
                  <a:schemeClr val="lt1"/>
                </a:solidFill>
              </a:rPr>
              <a:t>Envoyer des fichiers </a:t>
            </a:r>
            <a:endParaRPr/>
          </a:p>
        </p:txBody>
      </p:sp>
      <p:sp>
        <p:nvSpPr>
          <p:cNvPr id="349" name="Google Shape;349;p39"/>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342900" lvl="0" marL="457200" rtl="0" algn="l">
              <a:lnSpc>
                <a:spcPct val="100000"/>
              </a:lnSpc>
              <a:spcBef>
                <a:spcPts val="360"/>
              </a:spcBef>
              <a:spcAft>
                <a:spcPts val="0"/>
              </a:spcAft>
              <a:buClr>
                <a:schemeClr val="lt1"/>
              </a:buClr>
              <a:buSzPts val="1800"/>
              <a:buChar char="•"/>
            </a:pPr>
            <a:r>
              <a:rPr lang="fr-FR">
                <a:solidFill>
                  <a:schemeClr val="lt1"/>
                </a:solidFill>
              </a:rPr>
              <a:t>Cliquer sur 📎</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Choisir document ou galerie,... </a:t>
            </a:r>
            <a:endParaRPr/>
          </a:p>
        </p:txBody>
      </p:sp>
    </p:spTree>
  </p:cSld>
  <p:clrMapOvr>
    <a:masterClrMapping/>
  </p:clrMapOvr>
  <p:transition spd="slow">
    <p:wipe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53" name="Shape 353"/>
        <p:cNvGrpSpPr/>
        <p:nvPr/>
      </p:nvGrpSpPr>
      <p:grpSpPr>
        <a:xfrm>
          <a:off x="0" y="0"/>
          <a:ext cx="0" cy="0"/>
          <a:chOff x="0" y="0"/>
          <a:chExt cx="0" cy="0"/>
        </a:xfrm>
      </p:grpSpPr>
      <p:sp>
        <p:nvSpPr>
          <p:cNvPr id="354" name="Google Shape;354;p40"/>
          <p:cNvSpPr txBox="1"/>
          <p:nvPr/>
        </p:nvSpPr>
        <p:spPr>
          <a:xfrm>
            <a:off x="2121693" y="2569125"/>
            <a:ext cx="8358188"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fr-FR" sz="4400" u="none" cap="none" strike="noStrike">
                <a:solidFill>
                  <a:schemeClr val="lt1"/>
                </a:solidFill>
                <a:latin typeface="Arial"/>
                <a:ea typeface="Arial"/>
                <a:cs typeface="Arial"/>
                <a:sym typeface="Arial"/>
              </a:rPr>
              <a:t>GOOGLE</a:t>
            </a:r>
            <a:endParaRPr/>
          </a:p>
        </p:txBody>
      </p:sp>
    </p:spTree>
  </p:cSld>
  <p:clrMapOvr>
    <a:masterClrMapping/>
  </p:clrMapOvr>
  <p:transition spd="slow">
    <p:wipe dir="l"/>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58" name="Shape 358"/>
        <p:cNvGrpSpPr/>
        <p:nvPr/>
      </p:nvGrpSpPr>
      <p:grpSpPr>
        <a:xfrm>
          <a:off x="0" y="0"/>
          <a:ext cx="0" cy="0"/>
          <a:chOff x="0" y="0"/>
          <a:chExt cx="0" cy="0"/>
        </a:xfrm>
      </p:grpSpPr>
      <p:sp>
        <p:nvSpPr>
          <p:cNvPr id="359" name="Google Shape;359;p41"/>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SzPts val="1800"/>
              <a:buNone/>
            </a:pPr>
            <a:r>
              <a:rPr lang="fr-FR" sz="4400">
                <a:solidFill>
                  <a:schemeClr val="lt1"/>
                </a:solidFill>
              </a:rPr>
              <a:t>POURQUOI ON UTILISE GOOGLE?</a:t>
            </a:r>
            <a:endParaRPr/>
          </a:p>
        </p:txBody>
      </p:sp>
      <p:sp>
        <p:nvSpPr>
          <p:cNvPr id="360" name="Google Shape;360;p41"/>
          <p:cNvSpPr txBox="1"/>
          <p:nvPr>
            <p:ph idx="1" type="body"/>
          </p:nvPr>
        </p:nvSpPr>
        <p:spPr>
          <a:xfrm>
            <a:off x="752926" y="1682410"/>
            <a:ext cx="8801635" cy="3973301"/>
          </a:xfrm>
          <a:prstGeom prst="rect">
            <a:avLst/>
          </a:prstGeom>
          <a:noFill/>
          <a:ln>
            <a:noFill/>
          </a:ln>
        </p:spPr>
        <p:txBody>
          <a:bodyPr anchorCtr="0" anchor="t" bIns="42775" lIns="85575" spcFirstLastPara="1" rIns="85575" wrap="square" tIns="42775">
            <a:noAutofit/>
          </a:bodyPr>
          <a:lstStyle/>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Pour stocker des fichiers en ligne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Partager des fichiers avec d’autres utilisateurs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Eviter de perdre des fichiers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Plus professionnel </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3276">
                <a:solidFill>
                  <a:schemeClr val="lt1"/>
                </a:solidFill>
              </a:rPr>
              <a:t>Pour une meilleure sécurisation des données</a:t>
            </a:r>
            <a:endParaRPr/>
          </a:p>
        </p:txBody>
      </p:sp>
    </p:spTree>
  </p:cSld>
  <p:clrMapOvr>
    <a:masterClrMapping/>
  </p:clrMapOvr>
  <p:transition spd="slow">
    <p:wipe dir="l"/>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364" name="Shape 364"/>
        <p:cNvGrpSpPr/>
        <p:nvPr/>
      </p:nvGrpSpPr>
      <p:grpSpPr>
        <a:xfrm>
          <a:off x="0" y="0"/>
          <a:ext cx="0" cy="0"/>
          <a:chOff x="0" y="0"/>
          <a:chExt cx="0" cy="0"/>
        </a:xfrm>
      </p:grpSpPr>
      <p:sp>
        <p:nvSpPr>
          <p:cNvPr id="365" name="Google Shape;365;p42"/>
          <p:cNvSpPr txBox="1"/>
          <p:nvPr>
            <p:ph idx="1" type="body"/>
          </p:nvPr>
        </p:nvSpPr>
        <p:spPr>
          <a:xfrm>
            <a:off x="300807" y="1206425"/>
            <a:ext cx="5180804" cy="1735871"/>
          </a:xfrm>
          <a:prstGeom prst="rect">
            <a:avLst/>
          </a:prstGeom>
          <a:blipFill rotWithShape="1">
            <a:blip r:embed="rId3">
              <a:alphaModFix/>
            </a:blip>
            <a:stretch>
              <a:fillRect b="0" l="0" r="0" t="0"/>
            </a:stretch>
          </a:blipFill>
          <a:ln>
            <a:noFill/>
          </a:ln>
        </p:spPr>
        <p:txBody>
          <a:bodyPr anchorCtr="0" anchor="b" bIns="42775" lIns="85575" spcFirstLastPara="1" rIns="85575" wrap="square" tIns="42775">
            <a:normAutofit fontScale="25000" lnSpcReduction="20000"/>
          </a:bodyPr>
          <a:lstStyle/>
          <a:p>
            <a:pPr indent="-228600" lvl="0" marL="457200" rtl="0" algn="l">
              <a:lnSpc>
                <a:spcPct val="100000"/>
              </a:lnSpc>
              <a:spcBef>
                <a:spcPts val="440"/>
              </a:spcBef>
              <a:spcAft>
                <a:spcPts val="0"/>
              </a:spcAft>
              <a:buClr>
                <a:schemeClr val="dk1"/>
              </a:buClr>
              <a:buSzPts val="2200"/>
              <a:buNone/>
            </a:pPr>
            <a:r>
              <a:t/>
            </a:r>
            <a:endParaRPr/>
          </a:p>
          <a:p>
            <a:pPr indent="-228600" lvl="0" marL="457200" rtl="0" algn="l">
              <a:lnSpc>
                <a:spcPct val="100000"/>
              </a:lnSpc>
              <a:spcBef>
                <a:spcPts val="440"/>
              </a:spcBef>
              <a:spcAft>
                <a:spcPts val="0"/>
              </a:spcAft>
              <a:buClr>
                <a:schemeClr val="dk1"/>
              </a:buClr>
              <a:buSzPts val="2200"/>
              <a:buNone/>
            </a:pPr>
            <a:r>
              <a:rPr lang="fr-FR"/>
              <a:t>Se</a:t>
            </a:r>
            <a:endParaRPr>
              <a:solidFill>
                <a:schemeClr val="lt1"/>
              </a:solidFill>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Allez sur le navigateur « Google »</a:t>
            </a:r>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Créer un compte</a:t>
            </a:r>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Suivre et remplir selon les instructions indiquées</a:t>
            </a:r>
            <a:endParaRPr/>
          </a:p>
          <a:p>
            <a:pPr indent="-228600" lvl="0" marL="457200" rtl="0" algn="l">
              <a:lnSpc>
                <a:spcPct val="100000"/>
              </a:lnSpc>
              <a:spcBef>
                <a:spcPts val="440"/>
              </a:spcBef>
              <a:spcAft>
                <a:spcPts val="0"/>
              </a:spcAft>
              <a:buClr>
                <a:schemeClr val="dk1"/>
              </a:buClr>
              <a:buSzPts val="2200"/>
              <a:buNone/>
            </a:pPr>
            <a:r>
              <a:t/>
            </a:r>
            <a:endParaRPr/>
          </a:p>
        </p:txBody>
      </p:sp>
      <p:pic>
        <p:nvPicPr>
          <p:cNvPr id="366" name="Google Shape;366;p42"/>
          <p:cNvPicPr preferRelativeResize="0"/>
          <p:nvPr>
            <p:ph idx="2" type="body"/>
          </p:nvPr>
        </p:nvPicPr>
        <p:blipFill rotWithShape="1">
          <a:blip r:embed="rId4">
            <a:alphaModFix/>
          </a:blip>
          <a:srcRect b="9907" l="0" r="6982" t="0"/>
          <a:stretch/>
        </p:blipFill>
        <p:spPr>
          <a:xfrm>
            <a:off x="83677" y="3510756"/>
            <a:ext cx="6217110" cy="3385502"/>
          </a:xfrm>
          <a:prstGeom prst="rect">
            <a:avLst/>
          </a:prstGeom>
          <a:noFill/>
          <a:ln>
            <a:noFill/>
          </a:ln>
        </p:spPr>
      </p:pic>
      <p:sp>
        <p:nvSpPr>
          <p:cNvPr id="367" name="Google Shape;367;p42"/>
          <p:cNvSpPr txBox="1"/>
          <p:nvPr>
            <p:ph idx="3" type="body"/>
          </p:nvPr>
        </p:nvSpPr>
        <p:spPr>
          <a:xfrm>
            <a:off x="6300787" y="1343352"/>
            <a:ext cx="5306769" cy="1598942"/>
          </a:xfrm>
          <a:prstGeom prst="rect">
            <a:avLst/>
          </a:prstGeom>
          <a:noFill/>
          <a:ln>
            <a:noFill/>
          </a:ln>
        </p:spPr>
        <p:txBody>
          <a:bodyPr anchorCtr="0" anchor="b" bIns="42775" lIns="85575" spcFirstLastPara="1" rIns="85575" wrap="square" tIns="42775">
            <a:normAutofit fontScale="25000" lnSpcReduction="20000"/>
          </a:bodyPr>
          <a:lstStyle/>
          <a:p>
            <a:pPr indent="-228600" lvl="0" marL="457200" rtl="0" algn="l">
              <a:lnSpc>
                <a:spcPct val="100000"/>
              </a:lnSpc>
              <a:spcBef>
                <a:spcPts val="440"/>
              </a:spcBef>
              <a:spcAft>
                <a:spcPts val="0"/>
              </a:spcAft>
              <a:buClr>
                <a:schemeClr val="dk1"/>
              </a:buClr>
              <a:buSzPts val="2200"/>
              <a:buNone/>
            </a:pPr>
            <a:r>
              <a:t/>
            </a:r>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Allez sur le navigateur « Google »</a:t>
            </a:r>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connecter si compte déjà existant</a:t>
            </a:r>
            <a:endParaRPr/>
          </a:p>
          <a:p>
            <a:pPr indent="-351061" lvl="0" marL="351061" rtl="0" algn="l">
              <a:lnSpc>
                <a:spcPct val="100000"/>
              </a:lnSpc>
              <a:spcBef>
                <a:spcPts val="440"/>
              </a:spcBef>
              <a:spcAft>
                <a:spcPts val="0"/>
              </a:spcAft>
              <a:buSzPct val="89540"/>
              <a:buFont typeface="Noto Sans Symbols"/>
              <a:buChar char="⮚"/>
            </a:pPr>
            <a:r>
              <a:rPr lang="fr-FR" sz="9828">
                <a:solidFill>
                  <a:schemeClr val="lt1"/>
                </a:solidFill>
              </a:rPr>
              <a:t>Suivre et remplir selon les instructions indiquées</a:t>
            </a:r>
            <a:endParaRPr/>
          </a:p>
          <a:p>
            <a:pPr indent="-228600" lvl="0" marL="457200" rtl="0" algn="l">
              <a:lnSpc>
                <a:spcPct val="100000"/>
              </a:lnSpc>
              <a:spcBef>
                <a:spcPts val="440"/>
              </a:spcBef>
              <a:spcAft>
                <a:spcPts val="0"/>
              </a:spcAft>
              <a:buClr>
                <a:schemeClr val="dk1"/>
              </a:buClr>
              <a:buSzPts val="2200"/>
              <a:buNone/>
            </a:pPr>
            <a:r>
              <a:t/>
            </a:r>
            <a:endParaRPr/>
          </a:p>
        </p:txBody>
      </p:sp>
      <p:sp>
        <p:nvSpPr>
          <p:cNvPr id="368" name="Google Shape;368;p42"/>
          <p:cNvSpPr txBox="1"/>
          <p:nvPr>
            <p:ph idx="4" type="body"/>
          </p:nvPr>
        </p:nvSpPr>
        <p:spPr>
          <a:xfrm>
            <a:off x="6401558" y="3510756"/>
            <a:ext cx="5997543" cy="3505069"/>
          </a:xfrm>
          <a:prstGeom prst="rect">
            <a:avLst/>
          </a:prstGeom>
          <a:noFill/>
          <a:ln>
            <a:noFill/>
          </a:ln>
        </p:spPr>
        <p:txBody>
          <a:bodyPr anchorCtr="0" anchor="t" bIns="42775" lIns="85575" spcFirstLastPara="1" rIns="85575" wrap="square" tIns="42775">
            <a:normAutofit/>
          </a:bodyPr>
          <a:lstStyle/>
          <a:p>
            <a:pPr indent="-228600" lvl="0" marL="457200" rtl="0" algn="l">
              <a:lnSpc>
                <a:spcPct val="100000"/>
              </a:lnSpc>
              <a:spcBef>
                <a:spcPts val="440"/>
              </a:spcBef>
              <a:spcAft>
                <a:spcPts val="0"/>
              </a:spcAft>
              <a:buClr>
                <a:schemeClr val="dk1"/>
              </a:buClr>
              <a:buSzPts val="2200"/>
              <a:buNone/>
            </a:pPr>
            <a:r>
              <a:t/>
            </a:r>
            <a:endParaRPr/>
          </a:p>
        </p:txBody>
      </p:sp>
      <p:sp>
        <p:nvSpPr>
          <p:cNvPr id="369" name="Google Shape;369;p42"/>
          <p:cNvSpPr/>
          <p:nvPr/>
        </p:nvSpPr>
        <p:spPr>
          <a:xfrm>
            <a:off x="3259544" y="6016882"/>
            <a:ext cx="949771" cy="300954"/>
          </a:xfrm>
          <a:prstGeom prst="rightArrow">
            <a:avLst>
              <a:gd fmla="val 50000" name="adj1"/>
              <a:gd fmla="val 50000" name="adj2"/>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33"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3" name="Shape 373"/>
        <p:cNvGrpSpPr/>
        <p:nvPr/>
      </p:nvGrpSpPr>
      <p:grpSpPr>
        <a:xfrm>
          <a:off x="0" y="0"/>
          <a:ext cx="0" cy="0"/>
          <a:chOff x="0" y="0"/>
          <a:chExt cx="0" cy="0"/>
        </a:xfrm>
      </p:grpSpPr>
      <p:sp>
        <p:nvSpPr>
          <p:cNvPr id="374" name="Google Shape;374;p43"/>
          <p:cNvSpPr txBox="1"/>
          <p:nvPr>
            <p:ph type="title"/>
          </p:nvPr>
        </p:nvSpPr>
        <p:spPr>
          <a:xfrm>
            <a:off x="1228013" y="0"/>
            <a:ext cx="8801635" cy="1131826"/>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SzPts val="1800"/>
              <a:buNone/>
            </a:pPr>
            <a:r>
              <a:rPr lang="fr-FR" sz="4400">
                <a:solidFill>
                  <a:schemeClr val="lt1"/>
                </a:solidFill>
              </a:rPr>
              <a:t>A QUOI SERT DRIVE?</a:t>
            </a:r>
            <a:endParaRPr/>
          </a:p>
        </p:txBody>
      </p:sp>
      <p:sp>
        <p:nvSpPr>
          <p:cNvPr id="375" name="Google Shape;375;p43"/>
          <p:cNvSpPr txBox="1"/>
          <p:nvPr>
            <p:ph idx="1" type="body"/>
          </p:nvPr>
        </p:nvSpPr>
        <p:spPr>
          <a:xfrm>
            <a:off x="1460870" y="1346859"/>
            <a:ext cx="8801635" cy="3973301"/>
          </a:xfrm>
          <a:prstGeom prst="rect">
            <a:avLst/>
          </a:prstGeom>
          <a:noFill/>
          <a:ln>
            <a:noFill/>
          </a:ln>
        </p:spPr>
        <p:txBody>
          <a:bodyPr anchorCtr="0" anchor="t" bIns="42775" lIns="85575" spcFirstLastPara="1" rIns="85575" wrap="square" tIns="42775">
            <a:noAutofit/>
          </a:bodyPr>
          <a:lstStyle/>
          <a:p>
            <a:pPr indent="-342900" lvl="0" marL="457200" rtl="0" algn="l">
              <a:lnSpc>
                <a:spcPct val="100000"/>
              </a:lnSpc>
              <a:spcBef>
                <a:spcPts val="360"/>
              </a:spcBef>
              <a:spcAft>
                <a:spcPts val="0"/>
              </a:spcAft>
              <a:buClr>
                <a:schemeClr val="lt1"/>
              </a:buClr>
              <a:buSzPts val="1800"/>
              <a:buFont typeface="Noto Sans Symbols"/>
              <a:buChar char="⮚"/>
            </a:pPr>
            <a:r>
              <a:rPr lang="fr-FR" sz="2457">
                <a:solidFill>
                  <a:schemeClr val="lt1"/>
                </a:solidFill>
              </a:rPr>
              <a:t>Stocker des fichiers en ligne ( photos, documents, vidéos…)</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2457">
                <a:solidFill>
                  <a:schemeClr val="lt1"/>
                </a:solidFill>
              </a:rPr>
              <a:t>Sauvegarder des données pour ne pas les perdre</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2457">
                <a:solidFill>
                  <a:schemeClr val="lt1"/>
                </a:solidFill>
              </a:rPr>
              <a:t>Partager des fichiers ou des dossiers avec d’autres personnes</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2457">
                <a:solidFill>
                  <a:schemeClr val="lt1"/>
                </a:solidFill>
              </a:rPr>
              <a:t>Travailler à plusieurs sur des documents à temps réel</a:t>
            </a:r>
            <a:endParaRPr/>
          </a:p>
          <a:p>
            <a:pPr indent="-342900" lvl="0" marL="457200" rtl="0" algn="l">
              <a:lnSpc>
                <a:spcPct val="100000"/>
              </a:lnSpc>
              <a:spcBef>
                <a:spcPts val="360"/>
              </a:spcBef>
              <a:spcAft>
                <a:spcPts val="0"/>
              </a:spcAft>
              <a:buClr>
                <a:schemeClr val="lt1"/>
              </a:buClr>
              <a:buSzPts val="1800"/>
              <a:buFont typeface="Noto Sans Symbols"/>
              <a:buChar char="⮚"/>
            </a:pPr>
            <a:r>
              <a:rPr lang="fr-FR" sz="2457">
                <a:solidFill>
                  <a:schemeClr val="lt1"/>
                </a:solidFill>
              </a:rPr>
              <a:t>Accéder à ses fichiers partout depuis son téléphone, tablette, ou un ordinateur</a:t>
            </a:r>
            <a:endParaRPr/>
          </a:p>
          <a:p>
            <a:pPr indent="-342900" lvl="0" marL="342900" rtl="0" algn="l">
              <a:lnSpc>
                <a:spcPct val="100000"/>
              </a:lnSpc>
              <a:spcBef>
                <a:spcPts val="360"/>
              </a:spcBef>
              <a:spcAft>
                <a:spcPts val="0"/>
              </a:spcAft>
              <a:buClr>
                <a:schemeClr val="lt1"/>
              </a:buClr>
              <a:buSzPts val="1800"/>
              <a:buFont typeface="Noto Sans Symbols"/>
              <a:buChar char="⮚"/>
            </a:pPr>
            <a:r>
              <a:rPr b="1" lang="fr-FR" sz="2457">
                <a:solidFill>
                  <a:schemeClr val="lt1"/>
                </a:solidFill>
              </a:rPr>
              <a:t>RESUME</a:t>
            </a:r>
            <a:r>
              <a:rPr lang="fr-FR" sz="2457">
                <a:solidFill>
                  <a:schemeClr val="lt1"/>
                </a:solidFill>
              </a:rPr>
              <a:t>: un stockage en ligne qui permet de conserver, partager, sécuriser et accéder à vos fichiers où que vous soyez, depuis un téléphone, une tablette ou un ordinateur via internet</a:t>
            </a:r>
            <a:endParaRPr/>
          </a:p>
        </p:txBody>
      </p:sp>
    </p:spTree>
  </p:cSld>
  <p:clrMapOvr>
    <a:masterClrMapping/>
  </p:clrMapOvr>
  <p:transition spd="slow">
    <p:wipe dir="l"/>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9" name="Shape 379"/>
        <p:cNvGrpSpPr/>
        <p:nvPr/>
      </p:nvGrpSpPr>
      <p:grpSpPr>
        <a:xfrm>
          <a:off x="0" y="0"/>
          <a:ext cx="0" cy="0"/>
          <a:chOff x="0" y="0"/>
          <a:chExt cx="0" cy="0"/>
        </a:xfrm>
      </p:grpSpPr>
      <p:sp>
        <p:nvSpPr>
          <p:cNvPr id="380" name="Google Shape;380;p44"/>
          <p:cNvSpPr txBox="1"/>
          <p:nvPr>
            <p:ph type="title"/>
          </p:nvPr>
        </p:nvSpPr>
        <p:spPr>
          <a:xfrm>
            <a:off x="917628" y="373831"/>
            <a:ext cx="10766319" cy="1050824"/>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SzPts val="1800"/>
              <a:buNone/>
            </a:pPr>
            <a:r>
              <a:rPr lang="fr-FR" sz="4400">
                <a:solidFill>
                  <a:schemeClr val="lt1"/>
                </a:solidFill>
              </a:rPr>
              <a:t>DRIVE</a:t>
            </a:r>
            <a:endParaRPr/>
          </a:p>
        </p:txBody>
      </p:sp>
      <p:sp>
        <p:nvSpPr>
          <p:cNvPr id="381" name="Google Shape;381;p44"/>
          <p:cNvSpPr txBox="1"/>
          <p:nvPr>
            <p:ph idx="1" type="body"/>
          </p:nvPr>
        </p:nvSpPr>
        <p:spPr>
          <a:xfrm>
            <a:off x="249396" y="1193997"/>
            <a:ext cx="11434551" cy="5827515"/>
          </a:xfrm>
          <a:prstGeom prst="rect">
            <a:avLst/>
          </a:prstGeom>
          <a:noFill/>
          <a:ln>
            <a:noFill/>
          </a:ln>
        </p:spPr>
        <p:txBody>
          <a:bodyPr anchorCtr="0" anchor="t" bIns="42775" lIns="85575" spcFirstLastPara="1" rIns="85575" wrap="square" tIns="42775">
            <a:normAutofit/>
          </a:bodyPr>
          <a:lstStyle/>
          <a:p>
            <a:pPr indent="-342900" lvl="0" marL="457200" rtl="0" algn="l">
              <a:lnSpc>
                <a:spcPct val="100000"/>
              </a:lnSpc>
              <a:spcBef>
                <a:spcPts val="360"/>
              </a:spcBef>
              <a:spcAft>
                <a:spcPts val="0"/>
              </a:spcAft>
              <a:buClr>
                <a:schemeClr val="lt1"/>
              </a:buClr>
              <a:buSzPts val="1800"/>
              <a:buChar char="•"/>
            </a:pPr>
            <a:r>
              <a:rPr lang="fr-FR">
                <a:solidFill>
                  <a:schemeClr val="lt1"/>
                </a:solidFill>
              </a:rPr>
              <a:t>Une fois entrée sur le compte google </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Cliquer sur l’icône « Drive »</a:t>
            </a:r>
            <a:endParaRPr/>
          </a:p>
          <a:p>
            <a:pPr indent="0" lvl="0" marL="0" rtl="0" algn="l">
              <a:lnSpc>
                <a:spcPct val="100000"/>
              </a:lnSpc>
              <a:spcBef>
                <a:spcPts val="360"/>
              </a:spcBef>
              <a:spcAft>
                <a:spcPts val="0"/>
              </a:spcAft>
              <a:buSzPts val="1800"/>
              <a:buNone/>
            </a:pPr>
            <a:r>
              <a:t/>
            </a:r>
            <a:endParaRPr/>
          </a:p>
          <a:p>
            <a:pPr indent="0" lvl="0" marL="0" rtl="0" algn="l">
              <a:lnSpc>
                <a:spcPct val="100000"/>
              </a:lnSpc>
              <a:spcBef>
                <a:spcPts val="360"/>
              </a:spcBef>
              <a:spcAft>
                <a:spcPts val="0"/>
              </a:spcAft>
              <a:buSzPts val="1800"/>
              <a:buNone/>
            </a:pPr>
            <a:r>
              <a:t/>
            </a:r>
            <a:endParaRPr/>
          </a:p>
        </p:txBody>
      </p:sp>
      <p:pic>
        <p:nvPicPr>
          <p:cNvPr id="382" name="Google Shape;382;p44"/>
          <p:cNvPicPr preferRelativeResize="0"/>
          <p:nvPr/>
        </p:nvPicPr>
        <p:blipFill rotWithShape="1">
          <a:blip r:embed="rId4">
            <a:alphaModFix/>
          </a:blip>
          <a:srcRect b="0" l="0" r="0" t="0"/>
          <a:stretch/>
        </p:blipFill>
        <p:spPr>
          <a:xfrm>
            <a:off x="575068" y="2475478"/>
            <a:ext cx="7866969" cy="4423000"/>
          </a:xfrm>
          <a:prstGeom prst="rect">
            <a:avLst/>
          </a:prstGeom>
          <a:noFill/>
          <a:ln>
            <a:noFill/>
          </a:ln>
        </p:spPr>
      </p:pic>
      <p:sp>
        <p:nvSpPr>
          <p:cNvPr id="383" name="Google Shape;383;p44"/>
          <p:cNvSpPr/>
          <p:nvPr/>
        </p:nvSpPr>
        <p:spPr>
          <a:xfrm>
            <a:off x="8146054" y="3934761"/>
            <a:ext cx="1560336" cy="461317"/>
          </a:xfrm>
          <a:prstGeom prst="leftArrow">
            <a:avLst>
              <a:gd fmla="val 50000" name="adj1"/>
              <a:gd fmla="val 50000" name="adj2"/>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33"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7" name="Shape 387"/>
        <p:cNvGrpSpPr/>
        <p:nvPr/>
      </p:nvGrpSpPr>
      <p:grpSpPr>
        <a:xfrm>
          <a:off x="0" y="0"/>
          <a:ext cx="0" cy="0"/>
          <a:chOff x="0" y="0"/>
          <a:chExt cx="0" cy="0"/>
        </a:xfrm>
      </p:grpSpPr>
      <p:sp>
        <p:nvSpPr>
          <p:cNvPr id="388" name="Google Shape;388;p45"/>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400">
                <a:solidFill>
                  <a:schemeClr val="lt1"/>
                </a:solidFill>
              </a:rPr>
              <a:t>PRATIQUE DRIVE</a:t>
            </a:r>
            <a:endParaRPr/>
          </a:p>
        </p:txBody>
      </p:sp>
      <p:sp>
        <p:nvSpPr>
          <p:cNvPr id="389" name="Google Shape;389;p45"/>
          <p:cNvSpPr txBox="1"/>
          <p:nvPr>
            <p:ph idx="1" type="body"/>
          </p:nvPr>
        </p:nvSpPr>
        <p:spPr>
          <a:xfrm>
            <a:off x="917628" y="1478928"/>
            <a:ext cx="10552621" cy="4845310"/>
          </a:xfrm>
          <a:prstGeom prst="rect">
            <a:avLst/>
          </a:prstGeom>
          <a:noFill/>
          <a:ln>
            <a:noFill/>
          </a:ln>
        </p:spPr>
        <p:txBody>
          <a:bodyPr anchorCtr="0" anchor="t" bIns="42775" lIns="85575" spcFirstLastPara="1" rIns="85575" wrap="square" tIns="42775">
            <a:normAutofit/>
          </a:bodyPr>
          <a:lstStyle/>
          <a:p>
            <a:pPr indent="-526592" lvl="0" marL="526592" rtl="0" algn="l">
              <a:lnSpc>
                <a:spcPct val="100000"/>
              </a:lnSpc>
              <a:spcBef>
                <a:spcPts val="360"/>
              </a:spcBef>
              <a:spcAft>
                <a:spcPts val="0"/>
              </a:spcAft>
              <a:buClr>
                <a:schemeClr val="lt1"/>
              </a:buClr>
              <a:buSzPts val="1800"/>
              <a:buFont typeface="Arial"/>
              <a:buAutoNum type="arabicPeriod"/>
            </a:pPr>
            <a:r>
              <a:rPr lang="fr-FR">
                <a:solidFill>
                  <a:schemeClr val="lt1"/>
                </a:solidFill>
              </a:rPr>
              <a:t>        Appuyer sur Nouveau/ Nouveau Dossier</a:t>
            </a:r>
            <a:endParaRPr/>
          </a:p>
          <a:p>
            <a:pPr indent="-514350" lvl="0" marL="514350" rtl="0" algn="l">
              <a:lnSpc>
                <a:spcPct val="100000"/>
              </a:lnSpc>
              <a:spcBef>
                <a:spcPts val="360"/>
              </a:spcBef>
              <a:spcAft>
                <a:spcPts val="0"/>
              </a:spcAft>
              <a:buClr>
                <a:schemeClr val="lt1"/>
              </a:buClr>
              <a:buSzPts val="1800"/>
              <a:buFont typeface="Arial"/>
              <a:buAutoNum type="arabicPeriod"/>
            </a:pPr>
            <a:r>
              <a:rPr lang="fr-FR">
                <a:solidFill>
                  <a:schemeClr val="lt1"/>
                </a:solidFill>
              </a:rPr>
              <a:t>              Créer Nom du dossier « RSU_VAGUE2_STATCAP »</a:t>
            </a:r>
            <a:endParaRPr/>
          </a:p>
          <a:p>
            <a:pPr indent="-526592" lvl="0" marL="526592" rtl="0" algn="l">
              <a:lnSpc>
                <a:spcPct val="100000"/>
              </a:lnSpc>
              <a:spcBef>
                <a:spcPts val="360"/>
              </a:spcBef>
              <a:spcAft>
                <a:spcPts val="0"/>
              </a:spcAft>
              <a:buClr>
                <a:schemeClr val="lt1"/>
              </a:buClr>
              <a:buSzPts val="1800"/>
              <a:buFont typeface="Arial"/>
              <a:buAutoNum type="arabicPeriod"/>
            </a:pPr>
            <a:r>
              <a:rPr lang="fr-FR">
                <a:solidFill>
                  <a:schemeClr val="lt1"/>
                </a:solidFill>
              </a:rPr>
              <a:t>Importé fichier, appuyer sur             « Importer fichier » sur disque D, ouvrir le dossier « RSU_VAGUE2_STATCAP » pour choisir le fichier</a:t>
            </a:r>
            <a:endParaRPr/>
          </a:p>
          <a:p>
            <a:pPr indent="-526592" lvl="0" marL="526592" rtl="0" algn="l">
              <a:lnSpc>
                <a:spcPct val="100000"/>
              </a:lnSpc>
              <a:spcBef>
                <a:spcPts val="360"/>
              </a:spcBef>
              <a:spcAft>
                <a:spcPts val="0"/>
              </a:spcAft>
              <a:buClr>
                <a:schemeClr val="lt1"/>
              </a:buClr>
              <a:buSzPts val="1800"/>
              <a:buFont typeface="Arial"/>
              <a:buAutoNum type="arabicPeriod"/>
            </a:pPr>
            <a:r>
              <a:rPr lang="fr-FR">
                <a:solidFill>
                  <a:schemeClr val="lt1"/>
                </a:solidFill>
              </a:rPr>
              <a:t>Mon Drive: dossier personnel </a:t>
            </a:r>
            <a:endParaRPr/>
          </a:p>
          <a:p>
            <a:pPr indent="-526592" lvl="0" marL="526592" rtl="0" algn="l">
              <a:lnSpc>
                <a:spcPct val="100000"/>
              </a:lnSpc>
              <a:spcBef>
                <a:spcPts val="360"/>
              </a:spcBef>
              <a:spcAft>
                <a:spcPts val="0"/>
              </a:spcAft>
              <a:buClr>
                <a:schemeClr val="lt1"/>
              </a:buClr>
              <a:buSzPts val="1800"/>
              <a:buFont typeface="Arial"/>
              <a:buAutoNum type="arabicPeriod"/>
            </a:pPr>
            <a:r>
              <a:rPr lang="fr-FR">
                <a:solidFill>
                  <a:schemeClr val="lt1"/>
                </a:solidFill>
              </a:rPr>
              <a:t>Partager avec moi: fichier reçu venant d’autres utilisateurs</a:t>
            </a:r>
            <a:endParaRPr/>
          </a:p>
          <a:p>
            <a:pPr indent="0" lvl="0" marL="0" rtl="0" algn="l">
              <a:lnSpc>
                <a:spcPct val="100000"/>
              </a:lnSpc>
              <a:spcBef>
                <a:spcPts val="360"/>
              </a:spcBef>
              <a:spcAft>
                <a:spcPts val="0"/>
              </a:spcAft>
              <a:buSzPts val="1800"/>
              <a:buNone/>
            </a:pPr>
            <a:r>
              <a:t/>
            </a:r>
            <a:endParaRPr>
              <a:solidFill>
                <a:schemeClr val="lt1"/>
              </a:solidFill>
            </a:endParaRPr>
          </a:p>
          <a:p>
            <a:pPr indent="0" lvl="0" marL="0" rtl="0" algn="l">
              <a:lnSpc>
                <a:spcPct val="100000"/>
              </a:lnSpc>
              <a:spcBef>
                <a:spcPts val="360"/>
              </a:spcBef>
              <a:spcAft>
                <a:spcPts val="0"/>
              </a:spcAft>
              <a:buSzPts val="1800"/>
              <a:buNone/>
            </a:pPr>
            <a:r>
              <a:t/>
            </a:r>
            <a:endParaRPr/>
          </a:p>
        </p:txBody>
      </p:sp>
      <p:sp>
        <p:nvSpPr>
          <p:cNvPr id="390" name="Google Shape;390;p45"/>
          <p:cNvSpPr/>
          <p:nvPr/>
        </p:nvSpPr>
        <p:spPr>
          <a:xfrm>
            <a:off x="1403818" y="1560518"/>
            <a:ext cx="655470" cy="577175"/>
          </a:xfrm>
          <a:prstGeom prst="mathPlus">
            <a:avLst>
              <a:gd fmla="val 23520" name="adj1"/>
            </a:avLst>
          </a:prstGeom>
          <a:solidFill>
            <a:schemeClr val="dk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33" u="none" cap="none" strike="noStrike">
              <a:solidFill>
                <a:schemeClr val="lt1"/>
              </a:solidFill>
              <a:latin typeface="Arial"/>
              <a:ea typeface="Arial"/>
              <a:cs typeface="Arial"/>
              <a:sym typeface="Arial"/>
            </a:endParaRPr>
          </a:p>
        </p:txBody>
      </p:sp>
      <p:pic>
        <p:nvPicPr>
          <p:cNvPr id="391" name="Google Shape;391;p45"/>
          <p:cNvPicPr preferRelativeResize="0"/>
          <p:nvPr/>
        </p:nvPicPr>
        <p:blipFill rotWithShape="1">
          <a:blip r:embed="rId4">
            <a:alphaModFix/>
          </a:blip>
          <a:srcRect b="0" l="0" r="0" t="0"/>
          <a:stretch/>
        </p:blipFill>
        <p:spPr>
          <a:xfrm>
            <a:off x="6193938" y="2557463"/>
            <a:ext cx="512108" cy="596126"/>
          </a:xfrm>
          <a:prstGeom prst="rect">
            <a:avLst/>
          </a:prstGeom>
          <a:noFill/>
          <a:ln>
            <a:noFill/>
          </a:ln>
        </p:spPr>
      </p:pic>
    </p:spTree>
  </p:cSld>
  <p:clrMapOvr>
    <a:masterClrMapping/>
  </p:clrMapOvr>
  <p:transition spd="slow">
    <p:wipe dir="l"/>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5" name="Shape 395"/>
        <p:cNvGrpSpPr/>
        <p:nvPr/>
      </p:nvGrpSpPr>
      <p:grpSpPr>
        <a:xfrm>
          <a:off x="0" y="0"/>
          <a:ext cx="0" cy="0"/>
          <a:chOff x="0" y="0"/>
          <a:chExt cx="0" cy="0"/>
        </a:xfrm>
      </p:grpSpPr>
      <p:sp>
        <p:nvSpPr>
          <p:cNvPr id="396" name="Google Shape;396;p46"/>
          <p:cNvSpPr txBox="1"/>
          <p:nvPr>
            <p:ph type="title"/>
          </p:nvPr>
        </p:nvSpPr>
        <p:spPr>
          <a:xfrm>
            <a:off x="917628" y="1"/>
            <a:ext cx="10766319" cy="1248269"/>
          </a:xfrm>
          <a:prstGeom prst="rect">
            <a:avLst/>
          </a:prstGeom>
          <a:noFill/>
          <a:ln>
            <a:noFill/>
          </a:ln>
        </p:spPr>
        <p:txBody>
          <a:bodyPr anchorCtr="0" anchor="ctr" bIns="42775" lIns="85575" spcFirstLastPara="1" rIns="85575" wrap="square" tIns="42775">
            <a:noAutofit/>
          </a:bodyPr>
          <a:lstStyle/>
          <a:p>
            <a:pPr indent="0" lvl="0" marL="0" rtl="0" algn="ctr">
              <a:lnSpc>
                <a:spcPct val="100000"/>
              </a:lnSpc>
              <a:spcBef>
                <a:spcPts val="0"/>
              </a:spcBef>
              <a:spcAft>
                <a:spcPts val="0"/>
              </a:spcAft>
              <a:buSzPts val="1800"/>
              <a:buNone/>
            </a:pPr>
            <a:r>
              <a:rPr lang="fr-FR" sz="4400">
                <a:solidFill>
                  <a:schemeClr val="lt1"/>
                </a:solidFill>
              </a:rPr>
              <a:t>MON DRIVE</a:t>
            </a:r>
            <a:br>
              <a:rPr lang="fr-FR" sz="4400">
                <a:solidFill>
                  <a:schemeClr val="lt1"/>
                </a:solidFill>
              </a:rPr>
            </a:br>
            <a:r>
              <a:rPr lang="fr-FR" sz="4400">
                <a:solidFill>
                  <a:schemeClr val="lt1"/>
                </a:solidFill>
              </a:rPr>
              <a:t>(Dossier Personnel)</a:t>
            </a:r>
            <a:endParaRPr/>
          </a:p>
        </p:txBody>
      </p:sp>
      <p:sp>
        <p:nvSpPr>
          <p:cNvPr id="397" name="Google Shape;397;p46"/>
          <p:cNvSpPr txBox="1"/>
          <p:nvPr>
            <p:ph idx="1" type="body"/>
          </p:nvPr>
        </p:nvSpPr>
        <p:spPr>
          <a:xfrm>
            <a:off x="1320959" y="1622953"/>
            <a:ext cx="11434551" cy="5644344"/>
          </a:xfrm>
          <a:prstGeom prst="rect">
            <a:avLst/>
          </a:prstGeom>
          <a:noFill/>
          <a:ln>
            <a:noFill/>
          </a:ln>
        </p:spPr>
        <p:txBody>
          <a:bodyPr anchorCtr="0" anchor="t" bIns="42775" lIns="85575" spcFirstLastPara="1" rIns="85575" wrap="square" tIns="42775">
            <a:normAutofit/>
          </a:bodyPr>
          <a:lstStyle/>
          <a:p>
            <a:pPr indent="-342900" lvl="0" marL="457200" rtl="0" algn="l">
              <a:lnSpc>
                <a:spcPct val="100000"/>
              </a:lnSpc>
              <a:spcBef>
                <a:spcPts val="360"/>
              </a:spcBef>
              <a:spcAft>
                <a:spcPts val="0"/>
              </a:spcAft>
              <a:buClr>
                <a:schemeClr val="lt1"/>
              </a:buClr>
              <a:buSzPts val="1800"/>
              <a:buChar char="•"/>
            </a:pPr>
            <a:r>
              <a:rPr lang="fr-FR">
                <a:solidFill>
                  <a:schemeClr val="lt1"/>
                </a:solidFill>
              </a:rPr>
              <a:t>Cliquez sur les trois points</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Partagez</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Sélectionné le destinataire </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Choisir soit Lecteur/ Commentateur/ Editeur</a:t>
            </a:r>
            <a:endParaRPr/>
          </a:p>
          <a:p>
            <a:pPr indent="-342900" lvl="0" marL="457200" rtl="0" algn="l">
              <a:lnSpc>
                <a:spcPct val="100000"/>
              </a:lnSpc>
              <a:spcBef>
                <a:spcPts val="360"/>
              </a:spcBef>
              <a:spcAft>
                <a:spcPts val="0"/>
              </a:spcAft>
              <a:buClr>
                <a:schemeClr val="lt1"/>
              </a:buClr>
              <a:buSzPts val="1800"/>
              <a:buChar char="•"/>
            </a:pPr>
            <a:r>
              <a:rPr lang="fr-FR">
                <a:solidFill>
                  <a:schemeClr val="lt1"/>
                </a:solidFill>
              </a:rPr>
              <a:t>Copier le lien sur Whatsapp</a:t>
            </a:r>
            <a:endParaRPr>
              <a:solidFill>
                <a:schemeClr val="lt1"/>
              </a:solidFill>
            </a:endParaRPr>
          </a:p>
          <a:p>
            <a:pPr indent="0" lvl="0" marL="0" rtl="0" algn="l">
              <a:lnSpc>
                <a:spcPct val="100000"/>
              </a:lnSpc>
              <a:spcBef>
                <a:spcPts val="360"/>
              </a:spcBef>
              <a:spcAft>
                <a:spcPts val="0"/>
              </a:spcAft>
              <a:buSzPts val="1800"/>
              <a:buNone/>
            </a:pPr>
            <a:r>
              <a:t/>
            </a:r>
            <a:endParaRPr/>
          </a:p>
        </p:txBody>
      </p:sp>
    </p:spTree>
  </p:cSld>
  <p:clrMapOvr>
    <a:masterClrMapping/>
  </p:clrMapOvr>
  <p:transition spd="slow">
    <p:wipe dir="l"/>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47"/>
          <p:cNvPicPr preferRelativeResize="0"/>
          <p:nvPr/>
        </p:nvPicPr>
        <p:blipFill rotWithShape="1">
          <a:blip r:embed="rId3">
            <a:alphaModFix/>
          </a:blip>
          <a:srcRect b="0" l="0" r="0" t="0"/>
          <a:stretch/>
        </p:blipFill>
        <p:spPr>
          <a:xfrm>
            <a:off x="59443" y="1713"/>
            <a:ext cx="12482689" cy="7018086"/>
          </a:xfrm>
          <a:prstGeom prst="rect">
            <a:avLst/>
          </a:prstGeom>
          <a:noFill/>
          <a:ln>
            <a:noFill/>
          </a:ln>
        </p:spPr>
      </p:pic>
      <p:sp>
        <p:nvSpPr>
          <p:cNvPr id="403" name="Google Shape;403;p47"/>
          <p:cNvSpPr/>
          <p:nvPr/>
        </p:nvSpPr>
        <p:spPr>
          <a:xfrm>
            <a:off x="3267084" y="4143844"/>
            <a:ext cx="2225399" cy="1012941"/>
          </a:xfrm>
          <a:prstGeom prst="rightArrow">
            <a:avLst>
              <a:gd fmla="val 31482" name="adj1"/>
              <a:gd fmla="val 61111" name="adj2"/>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33"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7" name="Shape 407"/>
        <p:cNvGrpSpPr/>
        <p:nvPr/>
      </p:nvGrpSpPr>
      <p:grpSpPr>
        <a:xfrm>
          <a:off x="0" y="0"/>
          <a:ext cx="0" cy="0"/>
          <a:chOff x="0" y="0"/>
          <a:chExt cx="0" cy="0"/>
        </a:xfrm>
      </p:grpSpPr>
      <p:pic>
        <p:nvPicPr>
          <p:cNvPr id="408" name="Google Shape;408;p48"/>
          <p:cNvPicPr preferRelativeResize="0"/>
          <p:nvPr/>
        </p:nvPicPr>
        <p:blipFill rotWithShape="1">
          <a:blip r:embed="rId4">
            <a:alphaModFix/>
          </a:blip>
          <a:srcRect b="0" l="0" r="0" t="0"/>
          <a:stretch/>
        </p:blipFill>
        <p:spPr>
          <a:xfrm>
            <a:off x="59443" y="1713"/>
            <a:ext cx="12482689" cy="7018086"/>
          </a:xfrm>
          <a:prstGeom prst="rect">
            <a:avLst/>
          </a:prstGeom>
          <a:noFill/>
          <a:ln>
            <a:noFill/>
          </a:ln>
        </p:spPr>
      </p:pic>
      <p:sp>
        <p:nvSpPr>
          <p:cNvPr id="409" name="Google Shape;409;p48"/>
          <p:cNvSpPr/>
          <p:nvPr/>
        </p:nvSpPr>
        <p:spPr>
          <a:xfrm>
            <a:off x="8435983" y="4607097"/>
            <a:ext cx="2562237" cy="739107"/>
          </a:xfrm>
          <a:prstGeom prst="leftArrow">
            <a:avLst>
              <a:gd fmla="val 50000" name="adj1"/>
              <a:gd fmla="val 50000" name="adj2"/>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433" u="none" cap="none" strike="noStrike">
                <a:solidFill>
                  <a:schemeClr val="lt1"/>
                </a:solidFill>
                <a:latin typeface="Arial"/>
                <a:ea typeface="Arial"/>
                <a:cs typeface="Arial"/>
                <a:sym typeface="Arial"/>
              </a:rPr>
              <a:t>1</a:t>
            </a:r>
            <a:endParaRPr/>
          </a:p>
        </p:txBody>
      </p:sp>
      <p:sp>
        <p:nvSpPr>
          <p:cNvPr id="410" name="Google Shape;410;p48"/>
          <p:cNvSpPr/>
          <p:nvPr/>
        </p:nvSpPr>
        <p:spPr>
          <a:xfrm>
            <a:off x="1972909" y="5346204"/>
            <a:ext cx="2094136" cy="739108"/>
          </a:xfrm>
          <a:prstGeom prst="rightArrow">
            <a:avLst>
              <a:gd fmla="val 50000" name="adj1"/>
              <a:gd fmla="val 50000" name="adj2"/>
            </a:avLst>
          </a:prstGeom>
          <a:solidFill>
            <a:srgbClr val="FF000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0" i="0" lang="fr-FR" sz="1433" u="none" cap="none" strike="noStrike">
                <a:solidFill>
                  <a:schemeClr val="lt1"/>
                </a:solidFill>
                <a:latin typeface="Arial"/>
                <a:ea typeface="Arial"/>
                <a:cs typeface="Arial"/>
                <a:sym typeface="Arial"/>
              </a:rPr>
              <a:t>2</a:t>
            </a:r>
            <a:endParaRPr/>
          </a:p>
        </p:txBody>
      </p:sp>
    </p:spTree>
  </p:cSld>
  <p:clrMapOvr>
    <a:masterClrMapping/>
  </p:clrMapOvr>
  <p:transition spd="slow">
    <p:wipe dir="l"/>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p49"/>
          <p:cNvSpPr txBox="1"/>
          <p:nvPr>
            <p:ph type="title"/>
          </p:nvPr>
        </p:nvSpPr>
        <p:spPr>
          <a:xfrm>
            <a:off x="2528888" y="571500"/>
            <a:ext cx="8801100" cy="879941"/>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800">
                <a:solidFill>
                  <a:schemeClr val="lt1"/>
                </a:solidFill>
              </a:rPr>
              <a:t>SCAN</a:t>
            </a:r>
            <a:endParaRPr/>
          </a:p>
        </p:txBody>
      </p:sp>
      <p:sp>
        <p:nvSpPr>
          <p:cNvPr id="416" name="Google Shape;416;p49"/>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transition spd="slow">
    <p:wipe dir="l"/>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1" name="Shape 421"/>
        <p:cNvGrpSpPr/>
        <p:nvPr/>
      </p:nvGrpSpPr>
      <p:grpSpPr>
        <a:xfrm>
          <a:off x="0" y="0"/>
          <a:ext cx="0" cy="0"/>
          <a:chOff x="0" y="0"/>
          <a:chExt cx="0" cy="0"/>
        </a:xfrm>
      </p:grpSpPr>
      <p:sp>
        <p:nvSpPr>
          <p:cNvPr id="422" name="Google Shape;422;p50"/>
          <p:cNvSpPr txBox="1"/>
          <p:nvPr/>
        </p:nvSpPr>
        <p:spPr>
          <a:xfrm>
            <a:off x="0" y="951681"/>
            <a:ext cx="12601574" cy="6142871"/>
          </a:xfrm>
          <a:prstGeom prst="rect">
            <a:avLst/>
          </a:prstGeom>
          <a:noFill/>
          <a:ln>
            <a:noFill/>
          </a:ln>
        </p:spPr>
        <p:txBody>
          <a:bodyPr anchorCtr="0" anchor="t" bIns="47050" lIns="94150" spcFirstLastPara="1" rIns="94150" wrap="square" tIns="47050">
            <a:spAutoFit/>
          </a:bodyPr>
          <a:lstStyle/>
          <a:p>
            <a:pPr indent="-457200" lvl="0" marL="627253" marR="0" rtl="0" algn="just">
              <a:lnSpc>
                <a:spcPct val="100000"/>
              </a:lnSpc>
              <a:spcBef>
                <a:spcPts val="0"/>
              </a:spcBef>
              <a:spcAft>
                <a:spcPts val="0"/>
              </a:spcAft>
              <a:buClr>
                <a:schemeClr val="lt1"/>
              </a:buClr>
              <a:buSzPts val="2600"/>
              <a:buFont typeface="Noto Sans Symbols"/>
              <a:buChar char="⮚"/>
            </a:pPr>
            <a:r>
              <a:rPr b="0" i="0" lang="fr-FR" sz="3000" u="none" cap="none" strike="noStrike">
                <a:solidFill>
                  <a:schemeClr val="lt1"/>
                </a:solidFill>
                <a:latin typeface="Arial"/>
                <a:ea typeface="Arial"/>
                <a:cs typeface="Arial"/>
                <a:sym typeface="Arial"/>
              </a:rPr>
              <a:t>Atao MAJUSCULE ny anarana (nom) sy ny fanampiny (prénoms) izay hikarakarana ny paiement;</a:t>
            </a:r>
            <a:endParaRPr/>
          </a:p>
          <a:p>
            <a:pPr indent="-457200" lvl="0" marL="627253" marR="0" rtl="0" algn="just">
              <a:lnSpc>
                <a:spcPct val="100000"/>
              </a:lnSpc>
              <a:spcBef>
                <a:spcPts val="0"/>
              </a:spcBef>
              <a:spcAft>
                <a:spcPts val="0"/>
              </a:spcAft>
              <a:buClr>
                <a:schemeClr val="lt1"/>
              </a:buClr>
              <a:buSzPts val="2600"/>
              <a:buFont typeface="Noto Sans Symbols"/>
              <a:buChar char="⮚"/>
            </a:pPr>
            <a:r>
              <a:rPr b="0" i="0" lang="fr-FR" sz="3000" u="none" cap="none" strike="noStrike">
                <a:solidFill>
                  <a:schemeClr val="lt1"/>
                </a:solidFill>
                <a:latin typeface="Arial"/>
                <a:ea typeface="Arial"/>
                <a:cs typeface="Arial"/>
                <a:sym typeface="Arial"/>
              </a:rPr>
              <a:t>Raha mbola vao hatao ny saisie dia tonga dia atao saisie majuscule avy hatrany no atao. Raha efa vita kosa dia afaka mampiasa ny formule : MAJUSCULE() ao amin’ny excel</a:t>
            </a:r>
            <a:r>
              <a:rPr b="0" i="0" lang="fr-FR" sz="2700" u="none" cap="none" strike="noStrike">
                <a:solidFill>
                  <a:schemeClr val="lt1"/>
                </a:solidFill>
                <a:latin typeface="Arial"/>
                <a:ea typeface="Arial"/>
                <a:cs typeface="Arial"/>
                <a:sym typeface="Arial"/>
              </a:rPr>
              <a:t>.</a:t>
            </a:r>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lt1"/>
              </a:solidFill>
              <a:latin typeface="Arial"/>
              <a:ea typeface="Arial"/>
              <a:cs typeface="Arial"/>
              <a:sym typeface="Arial"/>
            </a:endParaRPr>
          </a:p>
          <a:p>
            <a:pPr indent="0" lvl="0" marL="170053" marR="0" rtl="0" algn="just">
              <a:lnSpc>
                <a:spcPct val="100000"/>
              </a:lnSpc>
              <a:spcBef>
                <a:spcPts val="0"/>
              </a:spcBef>
              <a:spcAft>
                <a:spcPts val="0"/>
              </a:spcAft>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292100" lvl="0" marL="627253" marR="0" rtl="0" algn="just">
              <a:lnSpc>
                <a:spcPct val="100000"/>
              </a:lnSpc>
              <a:spcBef>
                <a:spcPts val="0"/>
              </a:spcBef>
              <a:spcAft>
                <a:spcPts val="0"/>
              </a:spcAft>
              <a:buClr>
                <a:schemeClr val="dk1"/>
              </a:buClr>
              <a:buSzPts val="2600"/>
              <a:buFont typeface="Noto Sans Symbols"/>
              <a:buNone/>
            </a:pPr>
            <a:r>
              <a:t/>
            </a:r>
            <a:endParaRPr b="0" i="0" sz="2700" u="none" cap="none" strike="noStrike">
              <a:solidFill>
                <a:schemeClr val="dk1"/>
              </a:solidFill>
              <a:latin typeface="Arial"/>
              <a:ea typeface="Arial"/>
              <a:cs typeface="Arial"/>
              <a:sym typeface="Arial"/>
            </a:endParaRPr>
          </a:p>
          <a:p>
            <a:pPr indent="0" lvl="0" marL="170053" marR="0" rtl="0" algn="just">
              <a:lnSpc>
                <a:spcPct val="100000"/>
              </a:lnSpc>
              <a:spcBef>
                <a:spcPts val="0"/>
              </a:spcBef>
              <a:spcAft>
                <a:spcPts val="0"/>
              </a:spcAft>
              <a:buNone/>
            </a:pPr>
            <a:r>
              <a:t/>
            </a:r>
            <a:endParaRPr b="0" i="0" sz="2700" u="none" cap="none" strike="noStrike">
              <a:solidFill>
                <a:schemeClr val="dk1"/>
              </a:solidFill>
              <a:latin typeface="Arial"/>
              <a:ea typeface="Arial"/>
              <a:cs typeface="Arial"/>
              <a:sym typeface="Arial"/>
            </a:endParaRPr>
          </a:p>
        </p:txBody>
      </p:sp>
      <p:sp>
        <p:nvSpPr>
          <p:cNvPr id="423" name="Google Shape;423;p50"/>
          <p:cNvSpPr txBox="1"/>
          <p:nvPr/>
        </p:nvSpPr>
        <p:spPr>
          <a:xfrm>
            <a:off x="2857500" y="123475"/>
            <a:ext cx="8427240" cy="769441"/>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fr-FR" sz="4400" u="none" cap="none" strike="noStrike">
                <a:solidFill>
                  <a:schemeClr val="lt1"/>
                </a:solidFill>
                <a:latin typeface="Arial"/>
                <a:ea typeface="Arial"/>
                <a:cs typeface="Arial"/>
                <a:sym typeface="Arial"/>
              </a:rPr>
              <a:t>EXCEL</a:t>
            </a:r>
            <a:endParaRPr/>
          </a:p>
        </p:txBody>
      </p:sp>
      <p:pic>
        <p:nvPicPr>
          <p:cNvPr id="424" name="Google Shape;424;p50"/>
          <p:cNvPicPr preferRelativeResize="0"/>
          <p:nvPr/>
        </p:nvPicPr>
        <p:blipFill rotWithShape="1">
          <a:blip r:embed="rId4">
            <a:alphaModFix/>
          </a:blip>
          <a:srcRect b="0" l="0" r="0" t="0"/>
          <a:stretch/>
        </p:blipFill>
        <p:spPr>
          <a:xfrm>
            <a:off x="1479451" y="3438748"/>
            <a:ext cx="9642674" cy="1656184"/>
          </a:xfrm>
          <a:prstGeom prst="rect">
            <a:avLst/>
          </a:prstGeom>
          <a:noFill/>
          <a:ln>
            <a:noFill/>
          </a:ln>
        </p:spPr>
      </p:pic>
      <p:pic>
        <p:nvPicPr>
          <p:cNvPr id="425" name="Google Shape;425;p50"/>
          <p:cNvPicPr preferRelativeResize="0"/>
          <p:nvPr/>
        </p:nvPicPr>
        <p:blipFill rotWithShape="1">
          <a:blip r:embed="rId5">
            <a:alphaModFix/>
          </a:blip>
          <a:srcRect b="0" l="0" r="0" t="0"/>
          <a:stretch/>
        </p:blipFill>
        <p:spPr>
          <a:xfrm>
            <a:off x="1484039" y="5094932"/>
            <a:ext cx="9676384" cy="1471470"/>
          </a:xfrm>
          <a:prstGeom prst="rect">
            <a:avLst/>
          </a:prstGeom>
          <a:noFill/>
          <a:ln>
            <a:noFill/>
          </a:ln>
        </p:spPr>
      </p:pic>
      <p:sp>
        <p:nvSpPr>
          <p:cNvPr id="426" name="Google Shape;426;p50"/>
          <p:cNvSpPr/>
          <p:nvPr/>
        </p:nvSpPr>
        <p:spPr>
          <a:xfrm>
            <a:off x="314325" y="5629275"/>
            <a:ext cx="1126827" cy="754882"/>
          </a:xfrm>
          <a:prstGeom prst="rightArrow">
            <a:avLst>
              <a:gd fmla="val 50000" name="adj1"/>
              <a:gd fmla="val 50000" name="adj2"/>
            </a:avLst>
          </a:prstGeom>
          <a:solidFill>
            <a:srgbClr val="00B05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1" name="Shape 431"/>
        <p:cNvGrpSpPr/>
        <p:nvPr/>
      </p:nvGrpSpPr>
      <p:grpSpPr>
        <a:xfrm>
          <a:off x="0" y="0"/>
          <a:ext cx="0" cy="0"/>
          <a:chOff x="0" y="0"/>
          <a:chExt cx="0" cy="0"/>
        </a:xfrm>
      </p:grpSpPr>
      <p:sp>
        <p:nvSpPr>
          <p:cNvPr id="432" name="Google Shape;432;p51"/>
          <p:cNvSpPr txBox="1"/>
          <p:nvPr/>
        </p:nvSpPr>
        <p:spPr>
          <a:xfrm>
            <a:off x="1" y="957377"/>
            <a:ext cx="12601574" cy="3419048"/>
          </a:xfrm>
          <a:prstGeom prst="rect">
            <a:avLst/>
          </a:prstGeom>
          <a:noFill/>
          <a:ln>
            <a:noFill/>
          </a:ln>
        </p:spPr>
        <p:txBody>
          <a:bodyPr anchorCtr="0" anchor="t" bIns="47050" lIns="94150" spcFirstLastPara="1" rIns="94150" wrap="square" tIns="47050">
            <a:spAutoFit/>
          </a:bodyPr>
          <a:lstStyle/>
          <a:p>
            <a:pPr indent="-457200" lvl="0" marL="627253" marR="0" rtl="0" algn="just">
              <a:lnSpc>
                <a:spcPct val="100000"/>
              </a:lnSpc>
              <a:spcBef>
                <a:spcPts val="0"/>
              </a:spcBef>
              <a:spcAft>
                <a:spcPts val="0"/>
              </a:spcAft>
              <a:buClr>
                <a:schemeClr val="lt1"/>
              </a:buClr>
              <a:buSzPts val="2600"/>
              <a:buFont typeface="Noto Sans Symbols"/>
              <a:buChar char="⮚"/>
            </a:pPr>
            <a:r>
              <a:rPr b="0" i="0" lang="fr-FR" sz="2700" u="none" cap="none" strike="noStrike">
                <a:solidFill>
                  <a:schemeClr val="lt1"/>
                </a:solidFill>
                <a:latin typeface="Arial"/>
                <a:ea typeface="Arial"/>
                <a:cs typeface="Arial"/>
                <a:sym typeface="Arial"/>
              </a:rPr>
              <a:t>Atao format texte sady tsy ampiana elanelana (espace) manasaraka ny laharana karapanondro (CIN) sy ny laharan’ny téléphone misy compte mobile money certifié;</a:t>
            </a:r>
            <a:endParaRPr/>
          </a:p>
          <a:p>
            <a:pPr indent="-292100" lvl="0" marL="627253" marR="0" rtl="0" algn="just">
              <a:lnSpc>
                <a:spcPct val="100000"/>
              </a:lnSpc>
              <a:spcBef>
                <a:spcPts val="0"/>
              </a:spcBef>
              <a:spcAft>
                <a:spcPts val="0"/>
              </a:spcAft>
              <a:buClr>
                <a:schemeClr val="lt1"/>
              </a:buClr>
              <a:buSzPts val="2600"/>
              <a:buFont typeface="Noto Sans Symbols"/>
              <a:buNone/>
            </a:pPr>
            <a:r>
              <a:t/>
            </a:r>
            <a:endParaRPr b="0" i="0" sz="2700" u="none" cap="none" strike="noStrike">
              <a:solidFill>
                <a:schemeClr val="lt1"/>
              </a:solidFill>
              <a:latin typeface="Arial"/>
              <a:ea typeface="Arial"/>
              <a:cs typeface="Arial"/>
              <a:sym typeface="Arial"/>
            </a:endParaRPr>
          </a:p>
          <a:p>
            <a:pPr indent="-457200" lvl="0" marL="627253" marR="0" rtl="0" algn="just">
              <a:lnSpc>
                <a:spcPct val="100000"/>
              </a:lnSpc>
              <a:spcBef>
                <a:spcPts val="0"/>
              </a:spcBef>
              <a:spcAft>
                <a:spcPts val="0"/>
              </a:spcAft>
              <a:buClr>
                <a:schemeClr val="lt1"/>
              </a:buClr>
              <a:buSzPts val="2600"/>
              <a:buFont typeface="Noto Sans Symbols"/>
              <a:buChar char="⮚"/>
            </a:pPr>
            <a:r>
              <a:rPr b="0" i="0" lang="fr-FR" sz="2700" u="none" cap="none" strike="noStrike">
                <a:solidFill>
                  <a:schemeClr val="lt1"/>
                </a:solidFill>
                <a:latin typeface="Arial"/>
                <a:ea typeface="Arial"/>
                <a:cs typeface="Arial"/>
                <a:sym typeface="Arial"/>
              </a:rPr>
              <a:t>Raha mbola vao hatao ny saisie dia ampiana faingo miantona (apostrophe) mialohan’ny anoratana ny nombre. Raha efa efa vita kosa nefa misy tsy mety dia esorina aloha ny espace amin’ny alalan’ny Remplacer izay vao afaka mampiasa formule : TEXTE() ao amin’ny excel.</a:t>
            </a:r>
            <a:endParaRPr/>
          </a:p>
        </p:txBody>
      </p:sp>
      <p:sp>
        <p:nvSpPr>
          <p:cNvPr id="433" name="Google Shape;433;p51"/>
          <p:cNvSpPr txBox="1"/>
          <p:nvPr/>
        </p:nvSpPr>
        <p:spPr>
          <a:xfrm>
            <a:off x="1260227" y="126380"/>
            <a:ext cx="10095952" cy="83099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fr-FR" sz="4800" u="none" cap="none" strike="noStrike">
                <a:solidFill>
                  <a:schemeClr val="lt1"/>
                </a:solidFill>
                <a:latin typeface="Arial"/>
                <a:ea typeface="Arial"/>
                <a:cs typeface="Arial"/>
                <a:sym typeface="Arial"/>
              </a:rPr>
              <a:t>EXCEL</a:t>
            </a:r>
            <a:endParaRPr/>
          </a:p>
        </p:txBody>
      </p:sp>
      <p:pic>
        <p:nvPicPr>
          <p:cNvPr id="434" name="Google Shape;434;p51"/>
          <p:cNvPicPr preferRelativeResize="0"/>
          <p:nvPr/>
        </p:nvPicPr>
        <p:blipFill rotWithShape="1">
          <a:blip r:embed="rId4">
            <a:alphaModFix/>
          </a:blip>
          <a:srcRect b="0" l="0" r="0" t="0"/>
          <a:stretch/>
        </p:blipFill>
        <p:spPr>
          <a:xfrm>
            <a:off x="646080" y="4463713"/>
            <a:ext cx="4915586" cy="1743318"/>
          </a:xfrm>
          <a:prstGeom prst="rect">
            <a:avLst/>
          </a:prstGeom>
          <a:noFill/>
          <a:ln>
            <a:noFill/>
          </a:ln>
        </p:spPr>
      </p:pic>
      <p:sp>
        <p:nvSpPr>
          <p:cNvPr id="435" name="Google Shape;435;p51"/>
          <p:cNvSpPr/>
          <p:nvPr/>
        </p:nvSpPr>
        <p:spPr>
          <a:xfrm>
            <a:off x="5561666" y="4929189"/>
            <a:ext cx="1588334" cy="557688"/>
          </a:xfrm>
          <a:prstGeom prst="rightArrow">
            <a:avLst>
              <a:gd fmla="val 50000" name="adj1"/>
              <a:gd fmla="val 50000" name="adj2"/>
            </a:avLst>
          </a:prstGeom>
          <a:solidFill>
            <a:srgbClr val="00B05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36" name="Google Shape;436;p51"/>
          <p:cNvPicPr preferRelativeResize="0"/>
          <p:nvPr/>
        </p:nvPicPr>
        <p:blipFill rotWithShape="1">
          <a:blip r:embed="rId5">
            <a:alphaModFix/>
          </a:blip>
          <a:srcRect b="0" l="0" r="0" t="0"/>
          <a:stretch/>
        </p:blipFill>
        <p:spPr>
          <a:xfrm>
            <a:off x="7150000" y="4463713"/>
            <a:ext cx="4010585" cy="1743318"/>
          </a:xfrm>
          <a:prstGeom prst="rect">
            <a:avLst/>
          </a:prstGeom>
          <a:noFill/>
          <a:ln>
            <a:noFill/>
          </a:ln>
        </p:spPr>
      </p:pic>
    </p:spTree>
  </p:cSld>
  <p:clrMapOvr>
    <a:masterClrMapping/>
  </p:clrMapOvr>
  <p:transition spd="slow">
    <p:wipe dir="l"/>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1" name="Shape 441"/>
        <p:cNvGrpSpPr/>
        <p:nvPr/>
      </p:nvGrpSpPr>
      <p:grpSpPr>
        <a:xfrm>
          <a:off x="0" y="0"/>
          <a:ext cx="0" cy="0"/>
          <a:chOff x="0" y="0"/>
          <a:chExt cx="0" cy="0"/>
        </a:xfrm>
      </p:grpSpPr>
      <p:sp>
        <p:nvSpPr>
          <p:cNvPr id="442" name="Google Shape;442;p52"/>
          <p:cNvSpPr txBox="1"/>
          <p:nvPr/>
        </p:nvSpPr>
        <p:spPr>
          <a:xfrm>
            <a:off x="1260227" y="126380"/>
            <a:ext cx="10095952" cy="769441"/>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fr-FR" sz="4400" u="none" cap="none" strike="noStrike">
                <a:solidFill>
                  <a:schemeClr val="lt1"/>
                </a:solidFill>
                <a:latin typeface="Arial"/>
                <a:ea typeface="Arial"/>
                <a:cs typeface="Arial"/>
                <a:sym typeface="Arial"/>
              </a:rPr>
              <a:t>EXCEL</a:t>
            </a:r>
            <a:endParaRPr/>
          </a:p>
        </p:txBody>
      </p:sp>
      <p:pic>
        <p:nvPicPr>
          <p:cNvPr id="443" name="Google Shape;443;p52"/>
          <p:cNvPicPr preferRelativeResize="0"/>
          <p:nvPr/>
        </p:nvPicPr>
        <p:blipFill rotWithShape="1">
          <a:blip r:embed="rId4">
            <a:alphaModFix/>
          </a:blip>
          <a:srcRect b="0" l="0" r="0" t="0"/>
          <a:stretch/>
        </p:blipFill>
        <p:spPr>
          <a:xfrm>
            <a:off x="1617983" y="966009"/>
            <a:ext cx="8526065" cy="2419688"/>
          </a:xfrm>
          <a:prstGeom prst="rect">
            <a:avLst/>
          </a:prstGeom>
          <a:noFill/>
          <a:ln>
            <a:noFill/>
          </a:ln>
        </p:spPr>
      </p:pic>
      <p:sp>
        <p:nvSpPr>
          <p:cNvPr id="444" name="Google Shape;444;p52"/>
          <p:cNvSpPr/>
          <p:nvPr/>
        </p:nvSpPr>
        <p:spPr>
          <a:xfrm>
            <a:off x="5743136" y="3385697"/>
            <a:ext cx="275756" cy="396044"/>
          </a:xfrm>
          <a:prstGeom prst="downArrow">
            <a:avLst>
              <a:gd fmla="val 50000" name="adj1"/>
              <a:gd fmla="val 50000" name="adj2"/>
            </a:avLst>
          </a:prstGeom>
          <a:solidFill>
            <a:srgbClr val="00B05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45" name="Google Shape;445;p52"/>
          <p:cNvPicPr preferRelativeResize="0"/>
          <p:nvPr/>
        </p:nvPicPr>
        <p:blipFill rotWithShape="1">
          <a:blip r:embed="rId5">
            <a:alphaModFix/>
          </a:blip>
          <a:srcRect b="0" l="0" r="0" t="0"/>
          <a:stretch/>
        </p:blipFill>
        <p:spPr>
          <a:xfrm>
            <a:off x="2013324" y="3823009"/>
            <a:ext cx="7735380" cy="1419423"/>
          </a:xfrm>
          <a:prstGeom prst="rect">
            <a:avLst/>
          </a:prstGeom>
          <a:noFill/>
          <a:ln>
            <a:noFill/>
          </a:ln>
        </p:spPr>
      </p:pic>
      <p:sp>
        <p:nvSpPr>
          <p:cNvPr id="446" name="Google Shape;446;p52"/>
          <p:cNvSpPr/>
          <p:nvPr/>
        </p:nvSpPr>
        <p:spPr>
          <a:xfrm>
            <a:off x="5743136" y="4952049"/>
            <a:ext cx="275756" cy="504056"/>
          </a:xfrm>
          <a:prstGeom prst="downArrow">
            <a:avLst>
              <a:gd fmla="val 50000" name="adj1"/>
              <a:gd fmla="val 50000" name="adj2"/>
            </a:avLst>
          </a:prstGeom>
          <a:solidFill>
            <a:srgbClr val="00B05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47" name="Google Shape;447;p52"/>
          <p:cNvPicPr preferRelativeResize="0"/>
          <p:nvPr/>
        </p:nvPicPr>
        <p:blipFill rotWithShape="1">
          <a:blip r:embed="rId6">
            <a:alphaModFix/>
          </a:blip>
          <a:srcRect b="0" l="0" r="0" t="0"/>
          <a:stretch/>
        </p:blipFill>
        <p:spPr>
          <a:xfrm>
            <a:off x="2580394" y="5456105"/>
            <a:ext cx="6325483" cy="1476581"/>
          </a:xfrm>
          <a:prstGeom prst="rect">
            <a:avLst/>
          </a:prstGeom>
          <a:noFill/>
          <a:ln>
            <a:noFill/>
          </a:ln>
        </p:spPr>
      </p:pic>
      <p:sp>
        <p:nvSpPr>
          <p:cNvPr id="448" name="Google Shape;448;p52"/>
          <p:cNvSpPr/>
          <p:nvPr/>
        </p:nvSpPr>
        <p:spPr>
          <a:xfrm>
            <a:off x="5292675" y="6201429"/>
            <a:ext cx="1368152" cy="383715"/>
          </a:xfrm>
          <a:prstGeom prst="rightArrow">
            <a:avLst>
              <a:gd fmla="val 50000" name="adj1"/>
              <a:gd fmla="val 50000" name="adj2"/>
            </a:avLst>
          </a:prstGeom>
          <a:solidFill>
            <a:srgbClr val="00B050"/>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2" name="Shape 452"/>
        <p:cNvGrpSpPr/>
        <p:nvPr/>
      </p:nvGrpSpPr>
      <p:grpSpPr>
        <a:xfrm>
          <a:off x="0" y="0"/>
          <a:ext cx="0" cy="0"/>
          <a:chOff x="0" y="0"/>
          <a:chExt cx="0" cy="0"/>
        </a:xfrm>
      </p:grpSpPr>
      <p:sp>
        <p:nvSpPr>
          <p:cNvPr id="453" name="Google Shape;453;p53"/>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100"/>
              <a:buFont typeface="Calibri"/>
              <a:buNone/>
            </a:pPr>
            <a:r>
              <a:rPr lang="fr-FR"/>
              <a:t>RESTITUTION</a:t>
            </a:r>
            <a:endParaRPr/>
          </a:p>
        </p:txBody>
      </p:sp>
      <p:sp>
        <p:nvSpPr>
          <p:cNvPr id="454" name="Google Shape;454;p53"/>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138618" lvl="7" marL="3209887" rtl="0" algn="l">
              <a:lnSpc>
                <a:spcPct val="100000"/>
              </a:lnSpc>
              <a:spcBef>
                <a:spcPts val="237"/>
              </a:spcBef>
              <a:spcAft>
                <a:spcPts val="0"/>
              </a:spcAft>
              <a:buClr>
                <a:schemeClr val="dk1"/>
              </a:buClr>
              <a:buSzPts val="1900"/>
              <a:buFont typeface="Noto Sans Symbols"/>
              <a:buNone/>
            </a:pPr>
            <a:r>
              <a:t/>
            </a:r>
            <a:endParaRPr/>
          </a:p>
          <a:p>
            <a:pPr indent="-138618" lvl="7" marL="3209887" rtl="0" algn="l">
              <a:lnSpc>
                <a:spcPct val="100000"/>
              </a:lnSpc>
              <a:spcBef>
                <a:spcPts val="237"/>
              </a:spcBef>
              <a:spcAft>
                <a:spcPts val="0"/>
              </a:spcAft>
              <a:buClr>
                <a:schemeClr val="dk1"/>
              </a:buClr>
              <a:buSzPts val="1900"/>
              <a:buFont typeface="Noto Sans Symbols"/>
              <a:buNone/>
            </a:pPr>
            <a:r>
              <a:t/>
            </a:r>
            <a:endParaRPr/>
          </a:p>
          <a:p>
            <a:pPr indent="-342900" lvl="2" marL="1286183" rtl="0" algn="l">
              <a:lnSpc>
                <a:spcPct val="100000"/>
              </a:lnSpc>
              <a:spcBef>
                <a:spcPts val="275"/>
              </a:spcBef>
              <a:spcAft>
                <a:spcPts val="0"/>
              </a:spcAft>
              <a:buClr>
                <a:schemeClr val="dk1"/>
              </a:buClr>
              <a:buSzPts val="2200"/>
              <a:buFont typeface="Noto Sans Symbols"/>
              <a:buChar char="✔"/>
            </a:pPr>
            <a:r>
              <a:rPr lang="fr-FR"/>
              <a:t>Mandrafitra sy manomana ny filàna ara-pitaovana</a:t>
            </a:r>
            <a:endParaRPr/>
          </a:p>
          <a:p>
            <a:pPr indent="-342900" lvl="2" marL="1286183" rtl="0" algn="l">
              <a:lnSpc>
                <a:spcPct val="100000"/>
              </a:lnSpc>
              <a:spcBef>
                <a:spcPts val="275"/>
              </a:spcBef>
              <a:spcAft>
                <a:spcPts val="0"/>
              </a:spcAft>
              <a:buClr>
                <a:schemeClr val="dk1"/>
              </a:buClr>
              <a:buSzPts val="2200"/>
              <a:buFont typeface="Noto Sans Symbols"/>
              <a:buChar char="✔"/>
            </a:pPr>
            <a:r>
              <a:rPr lang="fr-FR"/>
              <a:t>Hifehezana ireo fomba fiasa sy toro-lalana omena</a:t>
            </a:r>
            <a:endParaRPr/>
          </a:p>
          <a:p>
            <a:pPr indent="-342900" lvl="2" marL="1286183" rtl="0" algn="l">
              <a:lnSpc>
                <a:spcPct val="100000"/>
              </a:lnSpc>
              <a:spcBef>
                <a:spcPts val="275"/>
              </a:spcBef>
              <a:spcAft>
                <a:spcPts val="0"/>
              </a:spcAft>
              <a:buClr>
                <a:schemeClr val="dk1"/>
              </a:buClr>
              <a:buSzPts val="2200"/>
              <a:buFont typeface="Noto Sans Symbols"/>
              <a:buChar char="✔"/>
            </a:pPr>
            <a:r>
              <a:rPr lang="fr-FR"/>
              <a:t>Manao tatitra sy mitahiry ireo antontan-taratasy ilaina amin’ny fitaovana hiasana sy ny fandoavam-bola</a:t>
            </a:r>
            <a:endParaRPr/>
          </a:p>
          <a:p>
            <a:pPr indent="0" lvl="2" marL="943283" rtl="0" algn="l">
              <a:lnSpc>
                <a:spcPct val="100000"/>
              </a:lnSpc>
              <a:spcBef>
                <a:spcPts val="275"/>
              </a:spcBef>
              <a:spcAft>
                <a:spcPts val="0"/>
              </a:spcAft>
              <a:buClr>
                <a:schemeClr val="dk1"/>
              </a:buClr>
              <a:buSzPts val="2200"/>
              <a:buNone/>
            </a:pPr>
            <a:r>
              <a:t/>
            </a:r>
            <a:endParaRPr/>
          </a:p>
          <a:p>
            <a:pPr indent="-342900" lvl="2" marL="1286183" rtl="0" algn="l">
              <a:lnSpc>
                <a:spcPct val="100000"/>
              </a:lnSpc>
              <a:spcBef>
                <a:spcPts val="275"/>
              </a:spcBef>
              <a:spcAft>
                <a:spcPts val="0"/>
              </a:spcAft>
              <a:buClr>
                <a:schemeClr val="dk1"/>
              </a:buClr>
              <a:buSzPts val="2200"/>
              <a:buFont typeface="Noto Sans Symbols"/>
              <a:buChar char="✔"/>
            </a:pPr>
            <a:r>
              <a:rPr lang="fr-FR"/>
              <a:t>Zéro doubloun</a:t>
            </a:r>
            <a:endParaRPr/>
          </a:p>
          <a:p>
            <a:pPr indent="-203200" lvl="2" marL="1286183" rtl="0" algn="l">
              <a:lnSpc>
                <a:spcPct val="100000"/>
              </a:lnSpc>
              <a:spcBef>
                <a:spcPts val="275"/>
              </a:spcBef>
              <a:spcAft>
                <a:spcPts val="0"/>
              </a:spcAft>
              <a:buClr>
                <a:schemeClr val="dk1"/>
              </a:buClr>
              <a:buSzPts val="2200"/>
              <a:buFont typeface="Noto Sans Symbols"/>
              <a:buNone/>
            </a:pPr>
            <a:r>
              <a:t/>
            </a:r>
            <a:endParaRPr/>
          </a:p>
          <a:p>
            <a:pPr indent="-381826" lvl="7" marL="3453095" rtl="0" algn="l">
              <a:lnSpc>
                <a:spcPct val="100000"/>
              </a:lnSpc>
              <a:spcBef>
                <a:spcPts val="237"/>
              </a:spcBef>
              <a:spcAft>
                <a:spcPts val="0"/>
              </a:spcAft>
              <a:buClr>
                <a:schemeClr val="dk1"/>
              </a:buClr>
              <a:buSzPts val="1900"/>
              <a:buFont typeface="Calibri"/>
              <a:buNone/>
            </a:pPr>
            <a:r>
              <a:t/>
            </a:r>
            <a:endParaRPr/>
          </a:p>
          <a:p>
            <a:pPr indent="-138618" lvl="8" marL="3637872" rtl="0" algn="l">
              <a:lnSpc>
                <a:spcPct val="100000"/>
              </a:lnSpc>
              <a:spcBef>
                <a:spcPts val="237"/>
              </a:spcBef>
              <a:spcAft>
                <a:spcPts val="0"/>
              </a:spcAft>
              <a:buClr>
                <a:schemeClr val="dk1"/>
              </a:buClr>
              <a:buSzPts val="1900"/>
              <a:buFont typeface="Noto Sans Symbols"/>
              <a:buNone/>
            </a:pPr>
            <a:r>
              <a:t/>
            </a:r>
            <a:endParaRPr/>
          </a:p>
        </p:txBody>
      </p:sp>
    </p:spTree>
  </p:cSld>
  <p:clrMapOvr>
    <a:masterClrMapping/>
  </p:clrMapOvr>
  <p:transition spd="slow">
    <p:wipe dir="l"/>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8" name="Shape 458"/>
        <p:cNvGrpSpPr/>
        <p:nvPr/>
      </p:nvGrpSpPr>
      <p:grpSpPr>
        <a:xfrm>
          <a:off x="0" y="0"/>
          <a:ext cx="0" cy="0"/>
          <a:chOff x="0" y="0"/>
          <a:chExt cx="0" cy="0"/>
        </a:xfrm>
      </p:grpSpPr>
      <p:sp>
        <p:nvSpPr>
          <p:cNvPr id="459" name="Google Shape;459;p54"/>
          <p:cNvSpPr txBox="1"/>
          <p:nvPr>
            <p:ph type="title"/>
          </p:nvPr>
        </p:nvSpPr>
        <p:spPr>
          <a:xfrm>
            <a:off x="630081" y="281188"/>
            <a:ext cx="11341418" cy="853303"/>
          </a:xfrm>
          <a:prstGeom prst="rect">
            <a:avLst/>
          </a:prstGeom>
          <a:no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1"/>
              </a:buClr>
              <a:buSzPct val="100000"/>
              <a:buFont typeface="Calibri"/>
              <a:buNone/>
            </a:pPr>
            <a:r>
              <a:rPr lang="fr-FR" sz="4900">
                <a:solidFill>
                  <a:schemeClr val="lt1"/>
                </a:solidFill>
              </a:rPr>
              <a:t>FAMENOANA FANARAHA-MASO NY FANJIFANA SOLIKA AMIN’NY FIARA</a:t>
            </a:r>
            <a:endParaRPr sz="4900">
              <a:solidFill>
                <a:schemeClr val="lt1"/>
              </a:solidFill>
            </a:endParaRPr>
          </a:p>
        </p:txBody>
      </p:sp>
      <p:sp>
        <p:nvSpPr>
          <p:cNvPr id="460" name="Google Shape;460;p54"/>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600"/>
              </a:spcBef>
              <a:spcAft>
                <a:spcPts val="0"/>
              </a:spcAft>
              <a:buClr>
                <a:schemeClr val="dk1"/>
              </a:buClr>
              <a:buSzPts val="3000"/>
              <a:buNone/>
            </a:pPr>
            <a:r>
              <a:t/>
            </a:r>
            <a:endParaRPr/>
          </a:p>
          <a:p>
            <a:pPr indent="0" lvl="0" marL="0" rtl="0" algn="l">
              <a:lnSpc>
                <a:spcPct val="100000"/>
              </a:lnSpc>
              <a:spcBef>
                <a:spcPts val="600"/>
              </a:spcBef>
              <a:spcAft>
                <a:spcPts val="0"/>
              </a:spcAft>
              <a:buClr>
                <a:schemeClr val="dk1"/>
              </a:buClr>
              <a:buSzPts val="3000"/>
              <a:buNone/>
            </a:pPr>
            <a:r>
              <a:t/>
            </a:r>
            <a:endParaRPr/>
          </a:p>
          <a:p>
            <a:pPr indent="0" lvl="0" marL="0" rtl="0" algn="l">
              <a:lnSpc>
                <a:spcPct val="100000"/>
              </a:lnSpc>
              <a:spcBef>
                <a:spcPts val="600"/>
              </a:spcBef>
              <a:spcAft>
                <a:spcPts val="0"/>
              </a:spcAft>
              <a:buClr>
                <a:schemeClr val="dk1"/>
              </a:buClr>
              <a:buSzPts val="3000"/>
              <a:buNone/>
            </a:pPr>
            <a:r>
              <a:t/>
            </a:r>
            <a:endParaRPr/>
          </a:p>
        </p:txBody>
      </p:sp>
    </p:spTree>
  </p:cSld>
  <p:clrMapOvr>
    <a:masterClrMapping/>
  </p:clrMapOvr>
  <p:transition spd="slow">
    <p:wipe dir="l"/>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4" name="Shape 464"/>
        <p:cNvGrpSpPr/>
        <p:nvPr/>
      </p:nvGrpSpPr>
      <p:grpSpPr>
        <a:xfrm>
          <a:off x="0" y="0"/>
          <a:ext cx="0" cy="0"/>
          <a:chOff x="0" y="0"/>
          <a:chExt cx="0" cy="0"/>
        </a:xfrm>
      </p:grpSpPr>
      <p:sp>
        <p:nvSpPr>
          <p:cNvPr id="465" name="Google Shape;465;p55"/>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fontScale="90000"/>
          </a:bodyPr>
          <a:lstStyle/>
          <a:p>
            <a:pPr indent="0" lvl="0" marL="0" rtl="0" algn="ctr">
              <a:lnSpc>
                <a:spcPct val="100000"/>
              </a:lnSpc>
              <a:spcBef>
                <a:spcPts val="0"/>
              </a:spcBef>
              <a:spcAft>
                <a:spcPts val="0"/>
              </a:spcAft>
              <a:buClr>
                <a:schemeClr val="dk1"/>
              </a:buClr>
              <a:buSzPct val="48780"/>
              <a:buNone/>
            </a:pPr>
            <a:r>
              <a:rPr lang="fr-FR">
                <a:solidFill>
                  <a:schemeClr val="lt1"/>
                </a:solidFill>
              </a:rPr>
              <a:t>FANIRAHANA HANAO IRAKA</a:t>
            </a:r>
            <a:br>
              <a:rPr lang="fr-FR">
                <a:solidFill>
                  <a:schemeClr val="lt1"/>
                </a:solidFill>
              </a:rPr>
            </a:br>
            <a:r>
              <a:rPr lang="fr-FR">
                <a:solidFill>
                  <a:schemeClr val="lt1"/>
                </a:solidFill>
              </a:rPr>
              <a:t>(OM)</a:t>
            </a:r>
            <a:endParaRPr/>
          </a:p>
        </p:txBody>
      </p:sp>
      <p:sp>
        <p:nvSpPr>
          <p:cNvPr id="466" name="Google Shape;466;p55"/>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fontScale="70000" lnSpcReduction="20000"/>
          </a:bodyPr>
          <a:lstStyle/>
          <a:p>
            <a:pPr indent="-342900" lvl="0" marL="457200" rtl="0" algn="l">
              <a:lnSpc>
                <a:spcPct val="100000"/>
              </a:lnSpc>
              <a:spcBef>
                <a:spcPts val="360"/>
              </a:spcBef>
              <a:spcAft>
                <a:spcPts val="0"/>
              </a:spcAft>
              <a:buClr>
                <a:schemeClr val="lt1"/>
              </a:buClr>
              <a:buSzPct val="85714"/>
              <a:buFont typeface="Noto Sans Symbols"/>
              <a:buChar char="✔"/>
            </a:pPr>
            <a:r>
              <a:rPr lang="fr-FR">
                <a:solidFill>
                  <a:schemeClr val="lt1"/>
                </a:solidFill>
              </a:rPr>
              <a:t>Taratasy manamarina sy manome alalalana ny mpiasa na olona iray hanao iraka iray, ary mamaritra ny tanjona, ny toerana ary ny faharetan’ny iraka izany.</a:t>
            </a:r>
            <a:endParaRPr/>
          </a:p>
          <a:p>
            <a:pPr indent="-228600" lvl="0" marL="457200" rtl="0" algn="l">
              <a:lnSpc>
                <a:spcPct val="100000"/>
              </a:lnSpc>
              <a:spcBef>
                <a:spcPts val="360"/>
              </a:spcBef>
              <a:spcAft>
                <a:spcPts val="0"/>
              </a:spcAft>
              <a:buClr>
                <a:schemeClr val="lt1"/>
              </a:buClr>
              <a:buSzPct val="85714"/>
              <a:buFont typeface="Noto Sans Symbols"/>
              <a:buNone/>
            </a:pPr>
            <a:r>
              <a:t/>
            </a:r>
            <a:endParaRPr>
              <a:solidFill>
                <a:schemeClr val="lt1"/>
              </a:solidFill>
            </a:endParaRPr>
          </a:p>
          <a:p>
            <a:pPr indent="-342900" lvl="0" marL="457200" rtl="0" algn="l">
              <a:lnSpc>
                <a:spcPct val="100000"/>
              </a:lnSpc>
              <a:spcBef>
                <a:spcPts val="360"/>
              </a:spcBef>
              <a:spcAft>
                <a:spcPts val="0"/>
              </a:spcAft>
              <a:buClr>
                <a:schemeClr val="lt1"/>
              </a:buClr>
              <a:buSzPct val="85714"/>
              <a:buFont typeface="Noto Sans Symbols"/>
              <a:buChar char="✔"/>
            </a:pPr>
            <a:r>
              <a:rPr lang="fr-FR">
                <a:solidFill>
                  <a:schemeClr val="lt1"/>
                </a:solidFill>
              </a:rPr>
              <a:t>INONA AVY NY HITA AO ANATIN’NY TARATASY IRAKA???</a:t>
            </a:r>
            <a:endParaRPr/>
          </a:p>
          <a:p>
            <a:pPr indent="0" lvl="0" marL="114300" rtl="0" algn="l">
              <a:lnSpc>
                <a:spcPct val="100000"/>
              </a:lnSpc>
              <a:spcBef>
                <a:spcPts val="360"/>
              </a:spcBef>
              <a:spcAft>
                <a:spcPts val="0"/>
              </a:spcAft>
              <a:buClr>
                <a:schemeClr val="lt1"/>
              </a:buClr>
              <a:buSzPct val="85714"/>
              <a:buNone/>
            </a:pPr>
            <a:r>
              <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Anaran’ilay mpiasa</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Asa na andraikitra tazoniny</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Tanjon’ny mission </a:t>
            </a:r>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Toerana haleha</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Daty fiangana sy fiverenana</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Faharetan’ny mission </a:t>
            </a:r>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Fitaovam-pitaterana </a:t>
            </a:r>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Saram-pandehanana na indemnité raha misy</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Anaran’ny tompon’andraikitra manome alalana</a:t>
            </a:r>
            <a:endParaRPr>
              <a:solidFill>
                <a:schemeClr val="lt1"/>
              </a:solidFill>
            </a:endParaRPr>
          </a:p>
          <a:p>
            <a:pPr indent="-342900" lvl="1" marL="914400" rtl="0" algn="l">
              <a:lnSpc>
                <a:spcPct val="100000"/>
              </a:lnSpc>
              <a:spcBef>
                <a:spcPts val="360"/>
              </a:spcBef>
              <a:spcAft>
                <a:spcPts val="0"/>
              </a:spcAft>
              <a:buClr>
                <a:schemeClr val="lt1"/>
              </a:buClr>
              <a:buSzPct val="98901"/>
              <a:buFont typeface="Arial"/>
              <a:buChar char="•"/>
            </a:pPr>
            <a:r>
              <a:rPr lang="fr-FR">
                <a:solidFill>
                  <a:schemeClr val="lt1"/>
                </a:solidFill>
              </a:rPr>
              <a:t>Daty, sonia ary hajia an’ny fikambanana na orinasa     </a:t>
            </a:r>
            <a:endParaRPr/>
          </a:p>
        </p:txBody>
      </p:sp>
    </p:spTree>
  </p:cSld>
  <p:clrMapOvr>
    <a:masterClrMapping/>
  </p:clrMapOvr>
  <p:transition spd="slow">
    <p:wipe dir="l"/>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0" name="Shape 470"/>
        <p:cNvGrpSpPr/>
        <p:nvPr/>
      </p:nvGrpSpPr>
      <p:grpSpPr>
        <a:xfrm>
          <a:off x="0" y="0"/>
          <a:ext cx="0" cy="0"/>
          <a:chOff x="0" y="0"/>
          <a:chExt cx="0" cy="0"/>
        </a:xfrm>
      </p:grpSpPr>
      <p:sp>
        <p:nvSpPr>
          <p:cNvPr id="471" name="Google Shape;471;p56"/>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Autofit/>
          </a:bodyPr>
          <a:lstStyle/>
          <a:p>
            <a:pPr indent="0" lvl="0" marL="0" rtl="0" algn="ctr">
              <a:lnSpc>
                <a:spcPct val="100000"/>
              </a:lnSpc>
              <a:spcBef>
                <a:spcPts val="0"/>
              </a:spcBef>
              <a:spcAft>
                <a:spcPts val="0"/>
              </a:spcAft>
              <a:buClr>
                <a:schemeClr val="dk1"/>
              </a:buClr>
              <a:buSzPts val="4400"/>
              <a:buFont typeface="Calibri"/>
              <a:buNone/>
            </a:pPr>
            <a:r>
              <a:rPr lang="fr-FR" sz="4400">
                <a:solidFill>
                  <a:schemeClr val="lt1"/>
                </a:solidFill>
              </a:rPr>
              <a:t>FOMBA FAMENONA FANIRAHANA HANAO IRAKA </a:t>
            </a:r>
            <a:br>
              <a:rPr lang="fr-FR" sz="4400">
                <a:solidFill>
                  <a:schemeClr val="lt1"/>
                </a:solidFill>
              </a:rPr>
            </a:br>
            <a:r>
              <a:rPr lang="fr-FR" sz="4400">
                <a:solidFill>
                  <a:schemeClr val="lt1"/>
                </a:solidFill>
              </a:rPr>
              <a:t>( Ordre de mission ou OM)</a:t>
            </a:r>
            <a:endParaRPr sz="4400">
              <a:solidFill>
                <a:schemeClr val="lt1"/>
              </a:solidFill>
            </a:endParaRPr>
          </a:p>
        </p:txBody>
      </p:sp>
      <p:sp>
        <p:nvSpPr>
          <p:cNvPr id="472" name="Google Shape;472;p56"/>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0" lvl="0" marL="0" rtl="0" algn="l">
              <a:lnSpc>
                <a:spcPct val="100000"/>
              </a:lnSpc>
              <a:spcBef>
                <a:spcPts val="0"/>
              </a:spcBef>
              <a:spcAft>
                <a:spcPts val="0"/>
              </a:spcAft>
              <a:buClr>
                <a:schemeClr val="dk1"/>
              </a:buClr>
              <a:buSzPts val="3000"/>
              <a:buNone/>
            </a:pPr>
            <a:r>
              <a:t/>
            </a:r>
            <a:endParaRPr>
              <a:solidFill>
                <a:schemeClr val="lt1"/>
              </a:solidFill>
            </a:endParaRPr>
          </a:p>
        </p:txBody>
      </p:sp>
    </p:spTree>
  </p:cSld>
  <p:clrMapOvr>
    <a:masterClrMapping/>
  </p:clrMapOvr>
  <p:transition spd="slow">
    <p:wipe dir="l"/>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6" name="Shape 476"/>
        <p:cNvGrpSpPr/>
        <p:nvPr/>
      </p:nvGrpSpPr>
      <p:grpSpPr>
        <a:xfrm>
          <a:off x="0" y="0"/>
          <a:ext cx="0" cy="0"/>
          <a:chOff x="0" y="0"/>
          <a:chExt cx="0" cy="0"/>
        </a:xfrm>
      </p:grpSpPr>
      <p:sp>
        <p:nvSpPr>
          <p:cNvPr id="477" name="Google Shape;477;p57"/>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1800"/>
              <a:buNone/>
            </a:pPr>
            <a:r>
              <a:rPr lang="fr-FR" sz="4000">
                <a:solidFill>
                  <a:schemeClr val="lt1"/>
                </a:solidFill>
              </a:rPr>
              <a:t>FAMENOANA FIFANEKENA ARA-KASA </a:t>
            </a:r>
            <a:endParaRPr/>
          </a:p>
        </p:txBody>
      </p:sp>
      <p:sp>
        <p:nvSpPr>
          <p:cNvPr id="478" name="Google Shape;478;p57"/>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lnSpcReduction="10000"/>
          </a:bodyPr>
          <a:lstStyle/>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Fifanarahana an-tsoratra eo amin’ny mpampiasa sy ny mpiasa, izay mamaritra ny asa hatao sy ny tambiny (Karama) ho raisina ary ny fepetra rehetra mifehy ny asa </a:t>
            </a:r>
            <a:endParaRPr/>
          </a:p>
          <a:p>
            <a:pPr indent="-228600" lvl="0" marL="457200" rtl="0" algn="l">
              <a:lnSpc>
                <a:spcPct val="100000"/>
              </a:lnSpc>
              <a:spcBef>
                <a:spcPts val="360"/>
              </a:spcBef>
              <a:spcAft>
                <a:spcPts val="0"/>
              </a:spcAft>
              <a:buClr>
                <a:schemeClr val="lt1"/>
              </a:buClr>
              <a:buSzPts val="1800"/>
              <a:buFont typeface="Noto Sans Symbols"/>
              <a:buNone/>
            </a:pPr>
            <a:r>
              <a:t/>
            </a:r>
            <a:endParaRPr>
              <a:solidFill>
                <a:schemeClr val="lt1"/>
              </a:solidFill>
            </a:endParaRPr>
          </a:p>
          <a:p>
            <a:pPr indent="-342900" lvl="0" marL="457200" rtl="0" algn="l">
              <a:lnSpc>
                <a:spcPct val="100000"/>
              </a:lnSpc>
              <a:spcBef>
                <a:spcPts val="360"/>
              </a:spcBef>
              <a:spcAft>
                <a:spcPts val="0"/>
              </a:spcAft>
              <a:buClr>
                <a:schemeClr val="lt1"/>
              </a:buClr>
              <a:buSzPts val="1800"/>
              <a:buFont typeface="Noto Sans Symbols"/>
              <a:buChar char="⮚"/>
            </a:pPr>
            <a:r>
              <a:rPr lang="fr-FR">
                <a:solidFill>
                  <a:schemeClr val="lt1"/>
                </a:solidFill>
              </a:rPr>
              <a:t>INONA AVY NO HITA AO AMIN’IZANY FIFANEKENA ARA-KASA IZANY?</a:t>
            </a:r>
            <a:endParaRPr/>
          </a:p>
          <a:p>
            <a:pPr indent="-228600" lvl="0" marL="457200" rtl="0" algn="l">
              <a:lnSpc>
                <a:spcPct val="100000"/>
              </a:lnSpc>
              <a:spcBef>
                <a:spcPts val="360"/>
              </a:spcBef>
              <a:spcAft>
                <a:spcPts val="0"/>
              </a:spcAft>
              <a:buClr>
                <a:schemeClr val="lt1"/>
              </a:buClr>
              <a:buSzPts val="1800"/>
              <a:buFont typeface="Noto Sans Symbols"/>
              <a:buNone/>
            </a:pPr>
            <a:r>
              <a:t/>
            </a:r>
            <a:endParaRPr>
              <a:solidFill>
                <a:schemeClr val="lt1"/>
              </a:solidFill>
            </a:endParaRPr>
          </a:p>
          <a:p>
            <a:pPr indent="-342900" lvl="1" marL="914400" rtl="0" algn="l">
              <a:lnSpc>
                <a:spcPct val="100000"/>
              </a:lnSpc>
              <a:spcBef>
                <a:spcPts val="360"/>
              </a:spcBef>
              <a:spcAft>
                <a:spcPts val="0"/>
              </a:spcAft>
              <a:buClr>
                <a:schemeClr val="lt1"/>
              </a:buClr>
              <a:buSzPts val="1800"/>
              <a:buFont typeface="Noto Sans Symbols"/>
              <a:buChar char="⮚"/>
            </a:pPr>
            <a:r>
              <a:rPr lang="fr-FR">
                <a:solidFill>
                  <a:schemeClr val="lt1"/>
                </a:solidFill>
              </a:rPr>
              <a:t>Asa</a:t>
            </a:r>
            <a:endParaRPr/>
          </a:p>
          <a:p>
            <a:pPr indent="-342900" lvl="1" marL="914400" rtl="0" algn="l">
              <a:lnSpc>
                <a:spcPct val="100000"/>
              </a:lnSpc>
              <a:spcBef>
                <a:spcPts val="360"/>
              </a:spcBef>
              <a:spcAft>
                <a:spcPts val="0"/>
              </a:spcAft>
              <a:buClr>
                <a:schemeClr val="lt1"/>
              </a:buClr>
              <a:buSzPts val="1800"/>
              <a:buFont typeface="Noto Sans Symbols"/>
              <a:buChar char="⮚"/>
            </a:pPr>
            <a:r>
              <a:rPr lang="fr-FR">
                <a:solidFill>
                  <a:schemeClr val="lt1"/>
                </a:solidFill>
              </a:rPr>
              <a:t>Karama </a:t>
            </a:r>
            <a:endParaRPr/>
          </a:p>
          <a:p>
            <a:pPr indent="-342900" lvl="1" marL="914400" rtl="0" algn="l">
              <a:lnSpc>
                <a:spcPct val="100000"/>
              </a:lnSpc>
              <a:spcBef>
                <a:spcPts val="360"/>
              </a:spcBef>
              <a:spcAft>
                <a:spcPts val="0"/>
              </a:spcAft>
              <a:buClr>
                <a:schemeClr val="lt1"/>
              </a:buClr>
              <a:buSzPts val="1800"/>
              <a:buFont typeface="Noto Sans Symbols"/>
              <a:buChar char="⮚"/>
            </a:pPr>
            <a:r>
              <a:rPr lang="fr-FR">
                <a:solidFill>
                  <a:schemeClr val="lt1"/>
                </a:solidFill>
              </a:rPr>
              <a:t>Faharetan’ny asa</a:t>
            </a:r>
            <a:endParaRPr/>
          </a:p>
          <a:p>
            <a:pPr indent="-342900" lvl="1" marL="914400" rtl="0" algn="l">
              <a:lnSpc>
                <a:spcPct val="100000"/>
              </a:lnSpc>
              <a:spcBef>
                <a:spcPts val="360"/>
              </a:spcBef>
              <a:spcAft>
                <a:spcPts val="0"/>
              </a:spcAft>
              <a:buClr>
                <a:schemeClr val="lt1"/>
              </a:buClr>
              <a:buSzPts val="1800"/>
              <a:buFont typeface="Noto Sans Symbols"/>
              <a:buChar char="⮚"/>
            </a:pPr>
            <a:r>
              <a:rPr lang="fr-FR">
                <a:solidFill>
                  <a:schemeClr val="lt1"/>
                </a:solidFill>
              </a:rPr>
              <a:t>Toerana iasana…                  </a:t>
            </a:r>
            <a:endParaRPr/>
          </a:p>
        </p:txBody>
      </p:sp>
    </p:spTree>
  </p:cSld>
  <p:clrMapOvr>
    <a:masterClrMapping/>
  </p:clrMapOvr>
  <p:transition spd="slow">
    <p:wipe dir="l"/>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2" name="Shape 482"/>
        <p:cNvGrpSpPr/>
        <p:nvPr/>
      </p:nvGrpSpPr>
      <p:grpSpPr>
        <a:xfrm>
          <a:off x="0" y="0"/>
          <a:ext cx="0" cy="0"/>
          <a:chOff x="0" y="0"/>
          <a:chExt cx="0" cy="0"/>
        </a:xfrm>
      </p:grpSpPr>
      <p:sp>
        <p:nvSpPr>
          <p:cNvPr id="483" name="Google Shape;483;p58"/>
          <p:cNvSpPr txBox="1"/>
          <p:nvPr>
            <p:ph type="title"/>
          </p:nvPr>
        </p:nvSpPr>
        <p:spPr>
          <a:xfrm>
            <a:off x="630081" y="281189"/>
            <a:ext cx="11341418" cy="1170253"/>
          </a:xfrm>
          <a:prstGeom prst="rect">
            <a:avLst/>
          </a:prstGeom>
          <a:noFill/>
          <a:ln>
            <a:noFill/>
          </a:ln>
        </p:spPr>
        <p:txBody>
          <a:bodyPr anchorCtr="0" anchor="ctr" bIns="42775" lIns="85575" spcFirstLastPara="1" rIns="85575" wrap="square" tIns="42775">
            <a:normAutofit/>
          </a:bodyPr>
          <a:lstStyle/>
          <a:p>
            <a:pPr indent="0" lvl="0" marL="0" rtl="0" algn="ctr">
              <a:lnSpc>
                <a:spcPct val="100000"/>
              </a:lnSpc>
              <a:spcBef>
                <a:spcPts val="0"/>
              </a:spcBef>
              <a:spcAft>
                <a:spcPts val="0"/>
              </a:spcAft>
              <a:buClr>
                <a:schemeClr val="dk1"/>
              </a:buClr>
              <a:buSzPts val="4100"/>
              <a:buFont typeface="Calibri"/>
              <a:buNone/>
            </a:pPr>
            <a:r>
              <a:rPr lang="fr-FR" sz="4400">
                <a:solidFill>
                  <a:schemeClr val="lt1"/>
                </a:solidFill>
              </a:rPr>
              <a:t>FOMBA FAMENOANA FIFANEKENA ARA-KASA </a:t>
            </a:r>
            <a:endParaRPr sz="4400">
              <a:solidFill>
                <a:schemeClr val="lt1"/>
              </a:solidFill>
            </a:endParaRPr>
          </a:p>
        </p:txBody>
      </p:sp>
      <p:sp>
        <p:nvSpPr>
          <p:cNvPr id="484" name="Google Shape;484;p58"/>
          <p:cNvSpPr txBox="1"/>
          <p:nvPr>
            <p:ph idx="1" type="body"/>
          </p:nvPr>
        </p:nvSpPr>
        <p:spPr>
          <a:xfrm>
            <a:off x="630081" y="1638364"/>
            <a:ext cx="11341418" cy="4633874"/>
          </a:xfrm>
          <a:prstGeom prst="rect">
            <a:avLst/>
          </a:prstGeom>
          <a:noFill/>
          <a:ln>
            <a:noFill/>
          </a:ln>
        </p:spPr>
        <p:txBody>
          <a:bodyPr anchorCtr="0" anchor="t" bIns="42775" lIns="85575" spcFirstLastPara="1" rIns="85575" wrap="square" tIns="42775">
            <a:normAutofit/>
          </a:bodyPr>
          <a:lstStyle/>
          <a:p>
            <a:pPr indent="-130489" lvl="0" marL="320989" rtl="0" algn="l">
              <a:lnSpc>
                <a:spcPct val="100000"/>
              </a:lnSpc>
              <a:spcBef>
                <a:spcPts val="0"/>
              </a:spcBef>
              <a:spcAft>
                <a:spcPts val="0"/>
              </a:spcAft>
              <a:buClr>
                <a:schemeClr val="dk1"/>
              </a:buClr>
              <a:buSzPts val="3000"/>
              <a:buNone/>
            </a:pPr>
            <a:r>
              <a:t/>
            </a:r>
            <a:endParaRPr/>
          </a:p>
        </p:txBody>
      </p:sp>
    </p:spTree>
  </p:cSld>
  <p:clrMapOvr>
    <a:masterClrMapping/>
  </p:clrMapOvr>
  <p:transition spd="slow">
    <p:wipe dir="l"/>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9" name="Shape 489"/>
        <p:cNvGrpSpPr/>
        <p:nvPr/>
      </p:nvGrpSpPr>
      <p:grpSpPr>
        <a:xfrm>
          <a:off x="0" y="0"/>
          <a:ext cx="0" cy="0"/>
          <a:chOff x="0" y="0"/>
          <a:chExt cx="0" cy="0"/>
        </a:xfrm>
      </p:grpSpPr>
      <p:sp>
        <p:nvSpPr>
          <p:cNvPr id="490" name="Google Shape;490;p59"/>
          <p:cNvSpPr txBox="1"/>
          <p:nvPr/>
        </p:nvSpPr>
        <p:spPr>
          <a:xfrm>
            <a:off x="2670629" y="169924"/>
            <a:ext cx="9085942" cy="830997"/>
          </a:xfrm>
          <a:prstGeom prst="rect">
            <a:avLst/>
          </a:prstGeom>
          <a:solidFill>
            <a:srgbClr val="00B0F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fr-FR" sz="4800" u="none" cap="none" strike="noStrike">
                <a:solidFill>
                  <a:schemeClr val="lt1"/>
                </a:solidFill>
                <a:latin typeface="Arial"/>
                <a:ea typeface="Arial"/>
                <a:cs typeface="Arial"/>
                <a:sym typeface="Arial"/>
              </a:rPr>
              <a:t>FAMINTINANA</a:t>
            </a:r>
            <a:endParaRPr/>
          </a:p>
        </p:txBody>
      </p:sp>
      <p:sp>
        <p:nvSpPr>
          <p:cNvPr id="491" name="Google Shape;491;p59"/>
          <p:cNvSpPr txBox="1"/>
          <p:nvPr/>
        </p:nvSpPr>
        <p:spPr>
          <a:xfrm>
            <a:off x="108099" y="1134493"/>
            <a:ext cx="12385376" cy="267765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2400"/>
              <a:buFont typeface="Noto Sans Symbols"/>
              <a:buChar char="⮚"/>
            </a:pPr>
            <a:r>
              <a:rPr b="1" i="0" lang="fr-FR" sz="2400" u="none" cap="none" strike="noStrike">
                <a:solidFill>
                  <a:schemeClr val="lt1"/>
                </a:solidFill>
                <a:latin typeface="Arial"/>
                <a:ea typeface="Arial"/>
                <a:cs typeface="Arial"/>
                <a:sym typeface="Arial"/>
              </a:rPr>
              <a:t>Mandrafitra, mandamina ary mitantana amin’ny mpahombiazana ny asa </a:t>
            </a:r>
            <a:endParaRPr/>
          </a:p>
          <a:p>
            <a:pPr indent="-285750" lvl="0" marL="285750" marR="0" rtl="0" algn="l">
              <a:lnSpc>
                <a:spcPct val="100000"/>
              </a:lnSpc>
              <a:spcBef>
                <a:spcPts val="0"/>
              </a:spcBef>
              <a:spcAft>
                <a:spcPts val="0"/>
              </a:spcAft>
              <a:buClr>
                <a:srgbClr val="000000"/>
              </a:buClr>
              <a:buSzPts val="2400"/>
              <a:buFont typeface="Noto Sans Symbols"/>
              <a:buChar char="⮚"/>
            </a:pPr>
            <a:r>
              <a:rPr b="1" i="0" lang="fr-FR" sz="2400" u="none" cap="none" strike="noStrike">
                <a:solidFill>
                  <a:schemeClr val="lt1"/>
                </a:solidFill>
                <a:latin typeface="Arial"/>
                <a:ea typeface="Arial"/>
                <a:cs typeface="Arial"/>
                <a:sym typeface="Arial"/>
              </a:rPr>
              <a:t>Hampivelatra ny fahaizany mampita fahalalana sy manofana olona hafa</a:t>
            </a:r>
            <a:endParaRPr b="1" i="0" sz="2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Noto Sans Symbols"/>
              <a:buChar char="⮚"/>
            </a:pPr>
            <a:r>
              <a:rPr b="1" i="0" lang="fr-FR" sz="2400" u="none" cap="none" strike="noStrike">
                <a:solidFill>
                  <a:schemeClr val="lt1"/>
                </a:solidFill>
                <a:latin typeface="Arial"/>
                <a:ea typeface="Arial"/>
                <a:cs typeface="Arial"/>
                <a:sym typeface="Arial"/>
              </a:rPr>
              <a:t>Hahafehezany ireo fitaovana ilaina sy  ireo fomba fiasa </a:t>
            </a:r>
            <a:endParaRPr/>
          </a:p>
          <a:p>
            <a:pPr indent="-285750" lvl="0" marL="285750" marR="0" rtl="0" algn="l">
              <a:lnSpc>
                <a:spcPct val="100000"/>
              </a:lnSpc>
              <a:spcBef>
                <a:spcPts val="0"/>
              </a:spcBef>
              <a:spcAft>
                <a:spcPts val="0"/>
              </a:spcAft>
              <a:buClr>
                <a:srgbClr val="000000"/>
              </a:buClr>
              <a:buSzPts val="2400"/>
              <a:buFont typeface="Noto Sans Symbols"/>
              <a:buChar char="⮚"/>
            </a:pPr>
            <a:r>
              <a:rPr b="1" i="0" lang="fr-FR" sz="2400" u="none" cap="none" strike="noStrike">
                <a:solidFill>
                  <a:schemeClr val="lt1"/>
                </a:solidFill>
                <a:latin typeface="Arial"/>
                <a:ea typeface="Arial"/>
                <a:cs typeface="Arial"/>
                <a:sym typeface="Arial"/>
              </a:rPr>
              <a:t>Fandrindrana tsara sy ny fifandraisana mahomby eo amin’ireo mpiara-miasa rehetra</a:t>
            </a:r>
            <a:endParaRPr b="1" i="0" sz="2400" u="none" cap="none" strike="noStrike">
              <a:solidFill>
                <a:schemeClr val="l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2400"/>
              <a:buFont typeface="Noto Sans Symbols"/>
              <a:buChar char="⮚"/>
            </a:pPr>
            <a:r>
              <a:rPr b="1" i="0" lang="fr-FR" sz="2400" u="none" cap="none" strike="noStrike">
                <a:solidFill>
                  <a:schemeClr val="lt1"/>
                </a:solidFill>
                <a:latin typeface="Arial"/>
                <a:ea typeface="Arial"/>
                <a:cs typeface="Arial"/>
                <a:sym typeface="Arial"/>
              </a:rPr>
              <a:t>Hiantohana ny fanarahana ny fitsipika ny fomba fiasa ary ny fenitra napetraky tompon’andraikitra</a:t>
            </a:r>
            <a:endParaRPr b="1" i="0" sz="2400" u="none" cap="none" strike="noStrike">
              <a:solidFill>
                <a:schemeClr val="lt1"/>
              </a:solidFill>
              <a:latin typeface="Arial"/>
              <a:ea typeface="Arial"/>
              <a:cs typeface="Arial"/>
              <a:sym typeface="Arial"/>
            </a:endParaRPr>
          </a:p>
        </p:txBody>
      </p:sp>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Thème Office">
  <a:themeElements>
    <a:clrScheme name="Office">
      <a:dk1>
        <a:srgbClr val="FFFFFF"/>
      </a:dk1>
      <a:lt1>
        <a:srgbClr val="20202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FFFFFF"/>
      </a:dk1>
      <a:lt1>
        <a:srgbClr val="20202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